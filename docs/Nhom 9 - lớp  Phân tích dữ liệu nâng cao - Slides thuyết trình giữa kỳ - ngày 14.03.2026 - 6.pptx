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9"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embeddedFontLst>
    <p:embeddedFont>
      <p:font typeface="Afacad Flux Medium"/>
      <p:regular r:id="rId23"/>
      <p:bold r:id="rId24"/>
    </p:embeddedFont>
    <p:embeddedFont>
      <p:font typeface="Afacad Flux"/>
      <p:regular r:id="rId25"/>
      <p:bold r:id="rId26"/>
    </p:embeddedFont>
    <p:embeddedFont>
      <p:font typeface="Instrument Sans SemiBold"/>
      <p:regular r:id="rId27"/>
      <p:bold r:id="rId28"/>
      <p:italic r:id="rId29"/>
      <p:boldItalic r:id="rId30"/>
    </p:embeddedFont>
    <p:embeddedFont>
      <p:font typeface="Afacad Flux SemiBold"/>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Van THIE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AfacadFluxMedium-bold.fntdata"/><Relationship Id="rId23" Type="http://schemas.openxmlformats.org/officeDocument/2006/relationships/font" Target="fonts/AfacadFluxMedium-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AfacadFlux-bold.fntdata"/><Relationship Id="rId25" Type="http://schemas.openxmlformats.org/officeDocument/2006/relationships/font" Target="fonts/AfacadFlux-regular.fntdata"/><Relationship Id="rId28" Type="http://schemas.openxmlformats.org/officeDocument/2006/relationships/font" Target="fonts/InstrumentSansSemiBold-bold.fntdata"/><Relationship Id="rId27" Type="http://schemas.openxmlformats.org/officeDocument/2006/relationships/font" Target="fonts/InstrumentSansSemiBol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nstrumentSansSemi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AfacadFluxSemiBold-regular.fntdata"/><Relationship Id="rId30" Type="http://schemas.openxmlformats.org/officeDocument/2006/relationships/font" Target="fonts/InstrumentSansSemiBold-boldItalic.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AfacadFluxSemiBold-bold.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1T08:02:18.425">
    <p:pos x="6000" y="0"/>
    <p:text>Trước khi huấn luyện các mô hình machine learning, nhóm thực hiện exploratory data analysis để hiểu đặc điểm của bộ dữ liệu.
Biểu đồ này cho thấy phân bố của nhãn lớp trong dataset. Dataset gồm khoảng 100,000 mẫu, trong đó khoảng 60% thuộc lớp bệnh tiểu đường và khoảng 40% thuộc lớp không bệnh.
Như vậy dữ liệu có mất cân bằng lớp ở mức vừa phải, điều này cần được xem xét khi đánh giá mô hình, đặc biệt với các chỉ số như recall và ROC-AUC.</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11T08:03:57.051">
    <p:pos x="6000" y="0"/>
    <p:text>Biểu đồ này cho thấy phân bố của các đặc trưng trong dataset.
Có thể thấy nhiều đặc trưng y khoa như BMI, cholesterol và glucose có phân bố gần dạng Gaussian, điều này phù hợp với dữ liệu y tế thực tế.
Ngoài ra một số đặc trưng là biến nhị phân như tiền sử tăng huyết áp hoặc tiền sử gia đình mắc tiểu đường.
Việc phân tích phân bố dữ liệu giúp chúng tôi hiểu rõ đặc điểm của dataset và hỗ trợ việc lựa chọn các phương pháp tiền xử lý và mô hình machine learning phù hợp.</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11T09:34:27.151">
    <p:pos x="6000" y="0"/>
    <p:text>XGBoost là một phiên bản tối ưu của thuật toán Gradient Boosting, được thiết kế để tăng tốc độ huấn luyện và cải thiện khả năng tổng quát hóa của mô hình.</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fa6246633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9fa6246633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ce5f0ac28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ce5f0ac28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ce5f0ac28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ce5f0ac28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cee4485a9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cee4485a9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cfa79a89f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cfa79a89f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e5f0ac28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ce5f0ac28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ce5f0ac28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ce5f0ac28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ce5f0ac28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ce5f0ac28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cfa79a89f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cfa79a89f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0a20171b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c0a20171b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cfa79a89f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cfa79a89f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ce5f0ac28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ce5f0ac28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ce5f0ac28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ce5f0ac28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9fa6246633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9fa6246633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ar display - Alt 1">
  <p:cSld name="BLANK_1_1_1_1_2_4_1">
    <p:spTree>
      <p:nvGrpSpPr>
        <p:cNvPr id="55" name="Shape 55"/>
        <p:cNvGrpSpPr/>
        <p:nvPr/>
      </p:nvGrpSpPr>
      <p:grpSpPr>
        <a:xfrm>
          <a:off x="0" y="0"/>
          <a:ext cx="0" cy="0"/>
          <a:chOff x="0" y="0"/>
          <a:chExt cx="0" cy="0"/>
        </a:xfrm>
      </p:grpSpPr>
      <p:sp>
        <p:nvSpPr>
          <p:cNvPr id="56" name="Google Shape;56;p14"/>
          <p:cNvSpPr txBox="1"/>
          <p:nvPr>
            <p:ph type="title"/>
          </p:nvPr>
        </p:nvSpPr>
        <p:spPr>
          <a:xfrm>
            <a:off x="137160" y="228600"/>
            <a:ext cx="64803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57" name="Google Shape;57;p14"/>
          <p:cNvSpPr txBox="1"/>
          <p:nvPr>
            <p:ph idx="1" type="subTitle"/>
          </p:nvPr>
        </p:nvSpPr>
        <p:spPr>
          <a:xfrm>
            <a:off x="5477525" y="3104450"/>
            <a:ext cx="3235800" cy="305700"/>
          </a:xfrm>
          <a:prstGeom prst="rect">
            <a:avLst/>
          </a:prstGeom>
        </p:spPr>
        <p:txBody>
          <a:bodyPr anchorCtr="0" anchor="b" bIns="0" lIns="0" spcFirstLastPara="1" rIns="0" wrap="square" tIns="0">
            <a:spAutoFit/>
          </a:bodyPr>
          <a:lstStyle>
            <a:lvl1pPr lvl="0"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1pPr>
            <a:lvl2pPr lvl="1"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2pPr>
            <a:lvl3pPr lvl="2"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3pPr>
            <a:lvl4pPr lvl="3"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4pPr>
            <a:lvl5pPr lvl="4"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5pPr>
            <a:lvl6pPr lvl="5"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6pPr>
            <a:lvl7pPr lvl="6"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7pPr>
            <a:lvl8pPr lvl="7"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8pPr>
            <a:lvl9pPr lvl="8"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9pPr>
          </a:lstStyle>
          <a:p/>
        </p:txBody>
      </p:sp>
      <p:sp>
        <p:nvSpPr>
          <p:cNvPr id="58" name="Google Shape;58;p14"/>
          <p:cNvSpPr txBox="1"/>
          <p:nvPr>
            <p:ph idx="2" type="subTitle"/>
          </p:nvPr>
        </p:nvSpPr>
        <p:spPr>
          <a:xfrm>
            <a:off x="557200" y="1516850"/>
            <a:ext cx="2506200" cy="305700"/>
          </a:xfrm>
          <a:prstGeom prst="rect">
            <a:avLst/>
          </a:prstGeom>
        </p:spPr>
        <p:txBody>
          <a:bodyPr anchorCtr="0" anchor="ctr" bIns="0" lIns="274300" spcFirstLastPara="1" rIns="0" wrap="square" tIns="0">
            <a:noAutofit/>
          </a:bodyPr>
          <a:lstStyle>
            <a:lvl1pPr lvl="0">
              <a:lnSpc>
                <a:spcPct val="115000"/>
              </a:lnSpc>
              <a:spcBef>
                <a:spcPts val="0"/>
              </a:spcBef>
              <a:spcAft>
                <a:spcPts val="0"/>
              </a:spcAft>
              <a:buNone/>
              <a:defRPr sz="1900">
                <a:latin typeface="Afacad Flux SemiBold"/>
                <a:ea typeface="Afacad Flux SemiBold"/>
                <a:cs typeface="Afacad Flux SemiBold"/>
                <a:sym typeface="Afacad Flux SemiBold"/>
              </a:defRPr>
            </a:lvl1pPr>
            <a:lvl2pPr lvl="1"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2pPr>
            <a:lvl3pPr lvl="2"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3pPr>
            <a:lvl4pPr lvl="3"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4pPr>
            <a:lvl5pPr lvl="4"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5pPr>
            <a:lvl6pPr lvl="5"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6pPr>
            <a:lvl7pPr lvl="6"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7pPr>
            <a:lvl8pPr lvl="7"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8pPr>
            <a:lvl9pPr lvl="8"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9pPr>
          </a:lstStyle>
          <a:p/>
        </p:txBody>
      </p:sp>
      <p:sp>
        <p:nvSpPr>
          <p:cNvPr id="59" name="Google Shape;59;p14"/>
          <p:cNvSpPr txBox="1"/>
          <p:nvPr>
            <p:ph idx="3" type="subTitle"/>
          </p:nvPr>
        </p:nvSpPr>
        <p:spPr>
          <a:xfrm>
            <a:off x="557200" y="2131638"/>
            <a:ext cx="2506200" cy="305700"/>
          </a:xfrm>
          <a:prstGeom prst="rect">
            <a:avLst/>
          </a:prstGeom>
        </p:spPr>
        <p:txBody>
          <a:bodyPr anchorCtr="0" anchor="ctr" bIns="0" lIns="274300" spcFirstLastPara="1" rIns="0" wrap="square" tIns="0">
            <a:noAutofit/>
          </a:bodyPr>
          <a:lstStyle>
            <a:lvl1pPr lvl="0">
              <a:lnSpc>
                <a:spcPct val="115000"/>
              </a:lnSpc>
              <a:spcBef>
                <a:spcPts val="0"/>
              </a:spcBef>
              <a:spcAft>
                <a:spcPts val="0"/>
              </a:spcAft>
              <a:buNone/>
              <a:defRPr sz="1900">
                <a:latin typeface="Afacad Flux SemiBold"/>
                <a:ea typeface="Afacad Flux SemiBold"/>
                <a:cs typeface="Afacad Flux SemiBold"/>
                <a:sym typeface="Afacad Flux SemiBold"/>
              </a:defRPr>
            </a:lvl1pPr>
            <a:lvl2pPr lvl="1"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2pPr>
            <a:lvl3pPr lvl="2"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3pPr>
            <a:lvl4pPr lvl="3"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4pPr>
            <a:lvl5pPr lvl="4"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5pPr>
            <a:lvl6pPr lvl="5"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6pPr>
            <a:lvl7pPr lvl="6"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7pPr>
            <a:lvl8pPr lvl="7"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8pPr>
            <a:lvl9pPr lvl="8"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9pPr>
          </a:lstStyle>
          <a:p/>
        </p:txBody>
      </p:sp>
      <p:sp>
        <p:nvSpPr>
          <p:cNvPr id="60" name="Google Shape;60;p14"/>
          <p:cNvSpPr txBox="1"/>
          <p:nvPr>
            <p:ph idx="4" type="subTitle"/>
          </p:nvPr>
        </p:nvSpPr>
        <p:spPr>
          <a:xfrm>
            <a:off x="557200" y="2746425"/>
            <a:ext cx="2506200" cy="305700"/>
          </a:xfrm>
          <a:prstGeom prst="rect">
            <a:avLst/>
          </a:prstGeom>
        </p:spPr>
        <p:txBody>
          <a:bodyPr anchorCtr="0" anchor="ctr" bIns="0" lIns="274300" spcFirstLastPara="1" rIns="0" wrap="square" tIns="0">
            <a:noAutofit/>
          </a:bodyPr>
          <a:lstStyle>
            <a:lvl1pPr lvl="0">
              <a:lnSpc>
                <a:spcPct val="115000"/>
              </a:lnSpc>
              <a:spcBef>
                <a:spcPts val="0"/>
              </a:spcBef>
              <a:spcAft>
                <a:spcPts val="0"/>
              </a:spcAft>
              <a:buNone/>
              <a:defRPr sz="1900">
                <a:latin typeface="Afacad Flux SemiBold"/>
                <a:ea typeface="Afacad Flux SemiBold"/>
                <a:cs typeface="Afacad Flux SemiBold"/>
                <a:sym typeface="Afacad Flux SemiBold"/>
              </a:defRPr>
            </a:lvl1pPr>
            <a:lvl2pPr lvl="1"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2pPr>
            <a:lvl3pPr lvl="2"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3pPr>
            <a:lvl4pPr lvl="3"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4pPr>
            <a:lvl5pPr lvl="4"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5pPr>
            <a:lvl6pPr lvl="5"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6pPr>
            <a:lvl7pPr lvl="6"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7pPr>
            <a:lvl8pPr lvl="7"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8pPr>
            <a:lvl9pPr lvl="8"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9pPr>
          </a:lstStyle>
          <a:p/>
        </p:txBody>
      </p:sp>
      <p:sp>
        <p:nvSpPr>
          <p:cNvPr id="61" name="Google Shape;61;p14"/>
          <p:cNvSpPr txBox="1"/>
          <p:nvPr>
            <p:ph idx="5" type="subTitle"/>
          </p:nvPr>
        </p:nvSpPr>
        <p:spPr>
          <a:xfrm>
            <a:off x="557200" y="3361213"/>
            <a:ext cx="2506200" cy="305700"/>
          </a:xfrm>
          <a:prstGeom prst="rect">
            <a:avLst/>
          </a:prstGeom>
        </p:spPr>
        <p:txBody>
          <a:bodyPr anchorCtr="0" anchor="ctr" bIns="0" lIns="274300" spcFirstLastPara="1" rIns="0" wrap="square" tIns="0">
            <a:noAutofit/>
          </a:bodyPr>
          <a:lstStyle>
            <a:lvl1pPr lvl="0">
              <a:lnSpc>
                <a:spcPct val="115000"/>
              </a:lnSpc>
              <a:spcBef>
                <a:spcPts val="0"/>
              </a:spcBef>
              <a:spcAft>
                <a:spcPts val="0"/>
              </a:spcAft>
              <a:buNone/>
              <a:defRPr sz="1900">
                <a:latin typeface="Afacad Flux SemiBold"/>
                <a:ea typeface="Afacad Flux SemiBold"/>
                <a:cs typeface="Afacad Flux SemiBold"/>
                <a:sym typeface="Afacad Flux SemiBold"/>
              </a:defRPr>
            </a:lvl1pPr>
            <a:lvl2pPr lvl="1"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2pPr>
            <a:lvl3pPr lvl="2"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3pPr>
            <a:lvl4pPr lvl="3"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4pPr>
            <a:lvl5pPr lvl="4"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5pPr>
            <a:lvl6pPr lvl="5"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6pPr>
            <a:lvl7pPr lvl="6"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7pPr>
            <a:lvl8pPr lvl="7"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8pPr>
            <a:lvl9pPr lvl="8"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9pPr>
          </a:lstStyle>
          <a:p/>
        </p:txBody>
      </p:sp>
      <p:sp>
        <p:nvSpPr>
          <p:cNvPr id="62" name="Google Shape;62;p14"/>
          <p:cNvSpPr txBox="1"/>
          <p:nvPr>
            <p:ph idx="6" type="subTitle"/>
          </p:nvPr>
        </p:nvSpPr>
        <p:spPr>
          <a:xfrm>
            <a:off x="557200" y="3976000"/>
            <a:ext cx="2506200" cy="305700"/>
          </a:xfrm>
          <a:prstGeom prst="rect">
            <a:avLst/>
          </a:prstGeom>
        </p:spPr>
        <p:txBody>
          <a:bodyPr anchorCtr="0" anchor="ctr" bIns="0" lIns="274300" spcFirstLastPara="1" rIns="0" wrap="square" tIns="0">
            <a:noAutofit/>
          </a:bodyPr>
          <a:lstStyle>
            <a:lvl1pPr lvl="0">
              <a:lnSpc>
                <a:spcPct val="115000"/>
              </a:lnSpc>
              <a:spcBef>
                <a:spcPts val="0"/>
              </a:spcBef>
              <a:spcAft>
                <a:spcPts val="0"/>
              </a:spcAft>
              <a:buNone/>
              <a:defRPr sz="1900">
                <a:latin typeface="Afacad Flux SemiBold"/>
                <a:ea typeface="Afacad Flux SemiBold"/>
                <a:cs typeface="Afacad Flux SemiBold"/>
                <a:sym typeface="Afacad Flux SemiBold"/>
              </a:defRPr>
            </a:lvl1pPr>
            <a:lvl2pPr lvl="1"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2pPr>
            <a:lvl3pPr lvl="2"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3pPr>
            <a:lvl4pPr lvl="3"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4pPr>
            <a:lvl5pPr lvl="4"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5pPr>
            <a:lvl6pPr lvl="5"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6pPr>
            <a:lvl7pPr lvl="6"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7pPr>
            <a:lvl8pPr lvl="7"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8pPr>
            <a:lvl9pPr lvl="8" algn="ctr">
              <a:spcBef>
                <a:spcPts val="0"/>
              </a:spcBef>
              <a:spcAft>
                <a:spcPts val="0"/>
              </a:spcAft>
              <a:buClr>
                <a:schemeClr val="dk2"/>
              </a:buClr>
              <a:buSzPts val="1900"/>
              <a:buFont typeface="Afacad Flux SemiBold"/>
              <a:buNone/>
              <a:defRPr sz="1900">
                <a:solidFill>
                  <a:schemeClr val="dk2"/>
                </a:solidFill>
                <a:latin typeface="Afacad Flux SemiBold"/>
                <a:ea typeface="Afacad Flux SemiBold"/>
                <a:cs typeface="Afacad Flux SemiBold"/>
                <a:sym typeface="Afacad Flux SemiBold"/>
              </a:defRPr>
            </a:lvl9pPr>
          </a:lstStyle>
          <a:p/>
        </p:txBody>
      </p:sp>
      <p:sp>
        <p:nvSpPr>
          <p:cNvPr id="63" name="Google Shape;63;p14"/>
          <p:cNvSpPr/>
          <p:nvPr>
            <p:ph idx="7" type="pic"/>
          </p:nvPr>
        </p:nvSpPr>
        <p:spPr>
          <a:xfrm>
            <a:off x="5309675" y="1115175"/>
            <a:ext cx="3575400" cy="1783200"/>
          </a:xfrm>
          <a:prstGeom prst="roundRect">
            <a:avLst>
              <a:gd fmla="val 10917" name="adj"/>
            </a:avLst>
          </a:prstGeom>
          <a:solidFill>
            <a:schemeClr val="dk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1_1_2_2">
    <p:spTree>
      <p:nvGrpSpPr>
        <p:cNvPr id="64" name="Shape 64"/>
        <p:cNvGrpSpPr/>
        <p:nvPr/>
      </p:nvGrpSpPr>
      <p:grpSpPr>
        <a:xfrm>
          <a:off x="0" y="0"/>
          <a:ext cx="0" cy="0"/>
          <a:chOff x="0" y="0"/>
          <a:chExt cx="0" cy="0"/>
        </a:xfrm>
      </p:grpSpPr>
      <p:sp>
        <p:nvSpPr>
          <p:cNvPr id="65" name="Google Shape;65;p15"/>
          <p:cNvSpPr txBox="1"/>
          <p:nvPr>
            <p:ph type="title"/>
          </p:nvPr>
        </p:nvSpPr>
        <p:spPr>
          <a:xfrm>
            <a:off x="137160" y="228600"/>
            <a:ext cx="64803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66" name="Google Shape;66;p15"/>
          <p:cNvSpPr txBox="1"/>
          <p:nvPr>
            <p:ph idx="1" type="subTitle"/>
          </p:nvPr>
        </p:nvSpPr>
        <p:spPr>
          <a:xfrm>
            <a:off x="248525" y="2296900"/>
            <a:ext cx="2773500" cy="452700"/>
          </a:xfrm>
          <a:prstGeom prst="rect">
            <a:avLst/>
          </a:prstGeom>
        </p:spPr>
        <p:txBody>
          <a:bodyPr anchorCtr="0" anchor="ctr" bIns="91425" lIns="91425" spcFirstLastPara="1" rIns="91425" wrap="square" tIns="91425">
            <a:noAutofit/>
          </a:bodyPr>
          <a:lstStyle>
            <a:lvl1pPr lvl="0">
              <a:spcBef>
                <a:spcPts val="0"/>
              </a:spcBef>
              <a:spcAft>
                <a:spcPts val="0"/>
              </a:spcAft>
              <a:buNone/>
              <a:defRPr sz="1100">
                <a:latin typeface="Afacad Flux"/>
                <a:ea typeface="Afacad Flux"/>
                <a:cs typeface="Afacad Flux"/>
                <a:sym typeface="Afacad Flux"/>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67" name="Google Shape;67;p15"/>
          <p:cNvSpPr txBox="1"/>
          <p:nvPr>
            <p:ph idx="2" type="subTitle"/>
          </p:nvPr>
        </p:nvSpPr>
        <p:spPr>
          <a:xfrm>
            <a:off x="3232200" y="2296900"/>
            <a:ext cx="2773500" cy="452700"/>
          </a:xfrm>
          <a:prstGeom prst="rect">
            <a:avLst/>
          </a:prstGeom>
        </p:spPr>
        <p:txBody>
          <a:bodyPr anchorCtr="0" anchor="ctr" bIns="91425" lIns="91425" spcFirstLastPara="1" rIns="91425" wrap="square" tIns="91425">
            <a:noAutofit/>
          </a:bodyPr>
          <a:lstStyle>
            <a:lvl1pPr lvl="0">
              <a:spcBef>
                <a:spcPts val="0"/>
              </a:spcBef>
              <a:spcAft>
                <a:spcPts val="0"/>
              </a:spcAft>
              <a:buNone/>
              <a:defRPr sz="1100">
                <a:latin typeface="Afacad Flux"/>
                <a:ea typeface="Afacad Flux"/>
                <a:cs typeface="Afacad Flux"/>
                <a:sym typeface="Afacad Flux"/>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68" name="Google Shape;68;p15"/>
          <p:cNvSpPr txBox="1"/>
          <p:nvPr>
            <p:ph idx="3" type="subTitle"/>
          </p:nvPr>
        </p:nvSpPr>
        <p:spPr>
          <a:xfrm>
            <a:off x="6215875" y="2296900"/>
            <a:ext cx="2773500" cy="452700"/>
          </a:xfrm>
          <a:prstGeom prst="rect">
            <a:avLst/>
          </a:prstGeom>
        </p:spPr>
        <p:txBody>
          <a:bodyPr anchorCtr="0" anchor="ctr" bIns="91425" lIns="91425" spcFirstLastPara="1" rIns="91425" wrap="square" tIns="91425">
            <a:noAutofit/>
          </a:bodyPr>
          <a:lstStyle>
            <a:lvl1pPr lvl="0">
              <a:spcBef>
                <a:spcPts val="0"/>
              </a:spcBef>
              <a:spcAft>
                <a:spcPts val="0"/>
              </a:spcAft>
              <a:buNone/>
              <a:defRPr sz="1100">
                <a:latin typeface="Afacad Flux"/>
                <a:ea typeface="Afacad Flux"/>
                <a:cs typeface="Afacad Flux"/>
                <a:sym typeface="Afacad Flux"/>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BLANK_1_1_1_1_2_2_1">
    <p:spTree>
      <p:nvGrpSpPr>
        <p:cNvPr id="69" name="Shape 69"/>
        <p:cNvGrpSpPr/>
        <p:nvPr/>
      </p:nvGrpSpPr>
      <p:grpSpPr>
        <a:xfrm>
          <a:off x="0" y="0"/>
          <a:ext cx="0" cy="0"/>
          <a:chOff x="0" y="0"/>
          <a:chExt cx="0" cy="0"/>
        </a:xfrm>
      </p:grpSpPr>
      <p:sp>
        <p:nvSpPr>
          <p:cNvPr id="70" name="Google Shape;70;p16"/>
          <p:cNvSpPr txBox="1"/>
          <p:nvPr>
            <p:ph type="title"/>
          </p:nvPr>
        </p:nvSpPr>
        <p:spPr>
          <a:xfrm>
            <a:off x="137160" y="228600"/>
            <a:ext cx="64803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71" name="Google Shape;71;p16"/>
          <p:cNvSpPr/>
          <p:nvPr>
            <p:ph idx="2" type="pic"/>
          </p:nvPr>
        </p:nvSpPr>
        <p:spPr>
          <a:xfrm>
            <a:off x="3354313" y="1302575"/>
            <a:ext cx="2435400" cy="1356000"/>
          </a:xfrm>
          <a:prstGeom prst="roundRect">
            <a:avLst>
              <a:gd fmla="val 22916" name="adj"/>
            </a:avLst>
          </a:prstGeom>
          <a:noFill/>
          <a:ln>
            <a:noFill/>
          </a:ln>
        </p:spPr>
      </p:sp>
      <p:sp>
        <p:nvSpPr>
          <p:cNvPr id="72" name="Google Shape;72;p16"/>
          <p:cNvSpPr txBox="1"/>
          <p:nvPr>
            <p:ph idx="1" type="subTitle"/>
          </p:nvPr>
        </p:nvSpPr>
        <p:spPr>
          <a:xfrm>
            <a:off x="3466363" y="2904025"/>
            <a:ext cx="2211300" cy="196200"/>
          </a:xfrm>
          <a:prstGeom prst="rect">
            <a:avLst/>
          </a:prstGeom>
        </p:spPr>
        <p:txBody>
          <a:bodyPr anchorCtr="0" anchor="ctr" bIns="0" lIns="0" spcFirstLastPara="1" rIns="0" wrap="square" tIns="0">
            <a:spAutoFit/>
          </a:bodyPr>
          <a:lstStyle>
            <a:lvl1pPr lvl="0">
              <a:spcBef>
                <a:spcPts val="0"/>
              </a:spcBef>
              <a:spcAft>
                <a:spcPts val="0"/>
              </a:spcAft>
              <a:buNone/>
              <a:defRPr>
                <a:latin typeface="Afacad Flux SemiBold"/>
                <a:ea typeface="Afacad Flux SemiBold"/>
                <a:cs typeface="Afacad Flux SemiBold"/>
                <a:sym typeface="Afacad Flux SemiBold"/>
              </a:defRPr>
            </a:lvl1pPr>
            <a:lvl2pPr lvl="1">
              <a:spcBef>
                <a:spcPts val="0"/>
              </a:spcBef>
              <a:spcAft>
                <a:spcPts val="0"/>
              </a:spcAft>
              <a:buSzPts val="1800"/>
              <a:buFont typeface="Afacad Flux SemiBold"/>
              <a:buNone/>
              <a:defRPr>
                <a:latin typeface="Afacad Flux SemiBold"/>
                <a:ea typeface="Afacad Flux SemiBold"/>
                <a:cs typeface="Afacad Flux SemiBold"/>
                <a:sym typeface="Afacad Flux SemiBold"/>
              </a:defRPr>
            </a:lvl2pPr>
            <a:lvl3pPr lvl="2">
              <a:spcBef>
                <a:spcPts val="0"/>
              </a:spcBef>
              <a:spcAft>
                <a:spcPts val="0"/>
              </a:spcAft>
              <a:buSzPts val="1800"/>
              <a:buFont typeface="Afacad Flux SemiBold"/>
              <a:buNone/>
              <a:defRPr>
                <a:latin typeface="Afacad Flux SemiBold"/>
                <a:ea typeface="Afacad Flux SemiBold"/>
                <a:cs typeface="Afacad Flux SemiBold"/>
                <a:sym typeface="Afacad Flux SemiBold"/>
              </a:defRPr>
            </a:lvl3pPr>
            <a:lvl4pPr lvl="3">
              <a:spcBef>
                <a:spcPts val="0"/>
              </a:spcBef>
              <a:spcAft>
                <a:spcPts val="0"/>
              </a:spcAft>
              <a:buSzPts val="1800"/>
              <a:buFont typeface="Afacad Flux SemiBold"/>
              <a:buNone/>
              <a:defRPr>
                <a:latin typeface="Afacad Flux SemiBold"/>
                <a:ea typeface="Afacad Flux SemiBold"/>
                <a:cs typeface="Afacad Flux SemiBold"/>
                <a:sym typeface="Afacad Flux SemiBold"/>
              </a:defRPr>
            </a:lvl4pPr>
            <a:lvl5pPr lvl="4">
              <a:spcBef>
                <a:spcPts val="0"/>
              </a:spcBef>
              <a:spcAft>
                <a:spcPts val="0"/>
              </a:spcAft>
              <a:buSzPts val="1800"/>
              <a:buFont typeface="Afacad Flux SemiBold"/>
              <a:buNone/>
              <a:defRPr>
                <a:latin typeface="Afacad Flux SemiBold"/>
                <a:ea typeface="Afacad Flux SemiBold"/>
                <a:cs typeface="Afacad Flux SemiBold"/>
                <a:sym typeface="Afacad Flux SemiBold"/>
              </a:defRPr>
            </a:lvl5pPr>
            <a:lvl6pPr lvl="5">
              <a:spcBef>
                <a:spcPts val="0"/>
              </a:spcBef>
              <a:spcAft>
                <a:spcPts val="0"/>
              </a:spcAft>
              <a:buSzPts val="1800"/>
              <a:buFont typeface="Afacad Flux SemiBold"/>
              <a:buNone/>
              <a:defRPr>
                <a:latin typeface="Afacad Flux SemiBold"/>
                <a:ea typeface="Afacad Flux SemiBold"/>
                <a:cs typeface="Afacad Flux SemiBold"/>
                <a:sym typeface="Afacad Flux SemiBold"/>
              </a:defRPr>
            </a:lvl6pPr>
            <a:lvl7pPr lvl="6">
              <a:spcBef>
                <a:spcPts val="0"/>
              </a:spcBef>
              <a:spcAft>
                <a:spcPts val="0"/>
              </a:spcAft>
              <a:buSzPts val="1800"/>
              <a:buFont typeface="Afacad Flux SemiBold"/>
              <a:buNone/>
              <a:defRPr>
                <a:latin typeface="Afacad Flux SemiBold"/>
                <a:ea typeface="Afacad Flux SemiBold"/>
                <a:cs typeface="Afacad Flux SemiBold"/>
                <a:sym typeface="Afacad Flux SemiBold"/>
              </a:defRPr>
            </a:lvl7pPr>
            <a:lvl8pPr lvl="7">
              <a:spcBef>
                <a:spcPts val="0"/>
              </a:spcBef>
              <a:spcAft>
                <a:spcPts val="0"/>
              </a:spcAft>
              <a:buSzPts val="1800"/>
              <a:buFont typeface="Afacad Flux SemiBold"/>
              <a:buNone/>
              <a:defRPr>
                <a:latin typeface="Afacad Flux SemiBold"/>
                <a:ea typeface="Afacad Flux SemiBold"/>
                <a:cs typeface="Afacad Flux SemiBold"/>
                <a:sym typeface="Afacad Flux SemiBold"/>
              </a:defRPr>
            </a:lvl8pPr>
            <a:lvl9pPr lvl="8">
              <a:spcBef>
                <a:spcPts val="0"/>
              </a:spcBef>
              <a:spcAft>
                <a:spcPts val="0"/>
              </a:spcAft>
              <a:buSzPts val="1800"/>
              <a:buFont typeface="Afacad Flux SemiBold"/>
              <a:buNone/>
              <a:defRPr>
                <a:latin typeface="Afacad Flux SemiBold"/>
                <a:ea typeface="Afacad Flux SemiBold"/>
                <a:cs typeface="Afacad Flux SemiBold"/>
                <a:sym typeface="Afacad Flux SemiBold"/>
              </a:defRPr>
            </a:lvl9pPr>
          </a:lstStyle>
          <a:p/>
        </p:txBody>
      </p:sp>
      <p:sp>
        <p:nvSpPr>
          <p:cNvPr id="73" name="Google Shape;73;p16"/>
          <p:cNvSpPr txBox="1"/>
          <p:nvPr>
            <p:ph idx="3" type="body"/>
          </p:nvPr>
        </p:nvSpPr>
        <p:spPr>
          <a:xfrm>
            <a:off x="3466375" y="3345698"/>
            <a:ext cx="2211300" cy="1082700"/>
          </a:xfrm>
          <a:prstGeom prst="rect">
            <a:avLst/>
          </a:prstGeom>
        </p:spPr>
        <p:txBody>
          <a:bodyPr anchorCtr="0" anchor="t" bIns="0" lIns="0" spcFirstLastPara="1" rIns="0" wrap="square" tIns="0">
            <a:sp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800"/>
              </a:spcBef>
              <a:spcAft>
                <a:spcPts val="0"/>
              </a:spcAft>
              <a:buSzPts val="1200"/>
              <a:buChar char="○"/>
              <a:defRPr/>
            </a:lvl2pPr>
            <a:lvl3pPr indent="-304800" lvl="2" marL="1371600">
              <a:lnSpc>
                <a:spcPct val="100000"/>
              </a:lnSpc>
              <a:spcBef>
                <a:spcPts val="800"/>
              </a:spcBef>
              <a:spcAft>
                <a:spcPts val="0"/>
              </a:spcAft>
              <a:buSzPts val="1200"/>
              <a:buChar char="■"/>
              <a:defRPr/>
            </a:lvl3pPr>
            <a:lvl4pPr indent="-304800" lvl="3" marL="1828800">
              <a:lnSpc>
                <a:spcPct val="100000"/>
              </a:lnSpc>
              <a:spcBef>
                <a:spcPts val="800"/>
              </a:spcBef>
              <a:spcAft>
                <a:spcPts val="0"/>
              </a:spcAft>
              <a:buSzPts val="1200"/>
              <a:buChar char="●"/>
              <a:defRPr/>
            </a:lvl4pPr>
            <a:lvl5pPr indent="-304800" lvl="4" marL="2286000">
              <a:lnSpc>
                <a:spcPct val="100000"/>
              </a:lnSpc>
              <a:spcBef>
                <a:spcPts val="800"/>
              </a:spcBef>
              <a:spcAft>
                <a:spcPts val="0"/>
              </a:spcAft>
              <a:buSzPts val="1200"/>
              <a:buChar char="○"/>
              <a:defRPr/>
            </a:lvl5pPr>
            <a:lvl6pPr indent="-304800" lvl="5" marL="2743200">
              <a:lnSpc>
                <a:spcPct val="100000"/>
              </a:lnSpc>
              <a:spcBef>
                <a:spcPts val="800"/>
              </a:spcBef>
              <a:spcAft>
                <a:spcPts val="0"/>
              </a:spcAft>
              <a:buSzPts val="1200"/>
              <a:buChar char="■"/>
              <a:defRPr/>
            </a:lvl6pPr>
            <a:lvl7pPr indent="-304800" lvl="6" marL="3200400">
              <a:lnSpc>
                <a:spcPct val="100000"/>
              </a:lnSpc>
              <a:spcBef>
                <a:spcPts val="800"/>
              </a:spcBef>
              <a:spcAft>
                <a:spcPts val="0"/>
              </a:spcAft>
              <a:buSzPts val="1200"/>
              <a:buChar char="●"/>
              <a:defRPr/>
            </a:lvl7pPr>
            <a:lvl8pPr indent="-304800" lvl="7" marL="3657600">
              <a:lnSpc>
                <a:spcPct val="100000"/>
              </a:lnSpc>
              <a:spcBef>
                <a:spcPts val="800"/>
              </a:spcBef>
              <a:spcAft>
                <a:spcPts val="0"/>
              </a:spcAft>
              <a:buSzPts val="1200"/>
              <a:buChar char="○"/>
              <a:defRPr/>
            </a:lvl8pPr>
            <a:lvl9pPr indent="-304800" lvl="8" marL="4114800">
              <a:lnSpc>
                <a:spcPct val="100000"/>
              </a:lnSpc>
              <a:spcBef>
                <a:spcPts val="800"/>
              </a:spcBef>
              <a:spcAft>
                <a:spcPts val="800"/>
              </a:spcAft>
              <a:buSzPts val="1200"/>
              <a:buChar char="■"/>
              <a:defRPr/>
            </a:lvl9pPr>
          </a:lstStyle>
          <a:p/>
        </p:txBody>
      </p:sp>
      <p:sp>
        <p:nvSpPr>
          <p:cNvPr id="74" name="Google Shape;74;p16"/>
          <p:cNvSpPr/>
          <p:nvPr>
            <p:ph idx="4" type="pic"/>
          </p:nvPr>
        </p:nvSpPr>
        <p:spPr>
          <a:xfrm>
            <a:off x="437413" y="1302563"/>
            <a:ext cx="2435400" cy="1356000"/>
          </a:xfrm>
          <a:prstGeom prst="roundRect">
            <a:avLst>
              <a:gd fmla="val 22916" name="adj"/>
            </a:avLst>
          </a:prstGeom>
          <a:noFill/>
          <a:ln>
            <a:noFill/>
          </a:ln>
        </p:spPr>
      </p:sp>
      <p:sp>
        <p:nvSpPr>
          <p:cNvPr id="75" name="Google Shape;75;p16"/>
          <p:cNvSpPr txBox="1"/>
          <p:nvPr>
            <p:ph idx="5" type="subTitle"/>
          </p:nvPr>
        </p:nvSpPr>
        <p:spPr>
          <a:xfrm>
            <a:off x="549463" y="2904013"/>
            <a:ext cx="2211300" cy="196200"/>
          </a:xfrm>
          <a:prstGeom prst="rect">
            <a:avLst/>
          </a:prstGeom>
        </p:spPr>
        <p:txBody>
          <a:bodyPr anchorCtr="0" anchor="ctr" bIns="0" lIns="0" spcFirstLastPara="1" rIns="0" wrap="square" tIns="0">
            <a:spAutoFit/>
          </a:bodyPr>
          <a:lstStyle>
            <a:lvl1pPr lvl="0">
              <a:spcBef>
                <a:spcPts val="0"/>
              </a:spcBef>
              <a:spcAft>
                <a:spcPts val="0"/>
              </a:spcAft>
              <a:buNone/>
              <a:defRPr>
                <a:latin typeface="Afacad Flux SemiBold"/>
                <a:ea typeface="Afacad Flux SemiBold"/>
                <a:cs typeface="Afacad Flux SemiBold"/>
                <a:sym typeface="Afacad Flux SemiBold"/>
              </a:defRPr>
            </a:lvl1pPr>
            <a:lvl2pPr lvl="1">
              <a:spcBef>
                <a:spcPts val="0"/>
              </a:spcBef>
              <a:spcAft>
                <a:spcPts val="0"/>
              </a:spcAft>
              <a:buSzPts val="1800"/>
              <a:buFont typeface="Afacad Flux SemiBold"/>
              <a:buNone/>
              <a:defRPr>
                <a:latin typeface="Afacad Flux SemiBold"/>
                <a:ea typeface="Afacad Flux SemiBold"/>
                <a:cs typeface="Afacad Flux SemiBold"/>
                <a:sym typeface="Afacad Flux SemiBold"/>
              </a:defRPr>
            </a:lvl2pPr>
            <a:lvl3pPr lvl="2">
              <a:spcBef>
                <a:spcPts val="0"/>
              </a:spcBef>
              <a:spcAft>
                <a:spcPts val="0"/>
              </a:spcAft>
              <a:buSzPts val="1800"/>
              <a:buFont typeface="Afacad Flux SemiBold"/>
              <a:buNone/>
              <a:defRPr>
                <a:latin typeface="Afacad Flux SemiBold"/>
                <a:ea typeface="Afacad Flux SemiBold"/>
                <a:cs typeface="Afacad Flux SemiBold"/>
                <a:sym typeface="Afacad Flux SemiBold"/>
              </a:defRPr>
            </a:lvl3pPr>
            <a:lvl4pPr lvl="3">
              <a:spcBef>
                <a:spcPts val="0"/>
              </a:spcBef>
              <a:spcAft>
                <a:spcPts val="0"/>
              </a:spcAft>
              <a:buSzPts val="1800"/>
              <a:buFont typeface="Afacad Flux SemiBold"/>
              <a:buNone/>
              <a:defRPr>
                <a:latin typeface="Afacad Flux SemiBold"/>
                <a:ea typeface="Afacad Flux SemiBold"/>
                <a:cs typeface="Afacad Flux SemiBold"/>
                <a:sym typeface="Afacad Flux SemiBold"/>
              </a:defRPr>
            </a:lvl4pPr>
            <a:lvl5pPr lvl="4">
              <a:spcBef>
                <a:spcPts val="0"/>
              </a:spcBef>
              <a:spcAft>
                <a:spcPts val="0"/>
              </a:spcAft>
              <a:buSzPts val="1800"/>
              <a:buFont typeface="Afacad Flux SemiBold"/>
              <a:buNone/>
              <a:defRPr>
                <a:latin typeface="Afacad Flux SemiBold"/>
                <a:ea typeface="Afacad Flux SemiBold"/>
                <a:cs typeface="Afacad Flux SemiBold"/>
                <a:sym typeface="Afacad Flux SemiBold"/>
              </a:defRPr>
            </a:lvl5pPr>
            <a:lvl6pPr lvl="5">
              <a:spcBef>
                <a:spcPts val="0"/>
              </a:spcBef>
              <a:spcAft>
                <a:spcPts val="0"/>
              </a:spcAft>
              <a:buSzPts val="1800"/>
              <a:buFont typeface="Afacad Flux SemiBold"/>
              <a:buNone/>
              <a:defRPr>
                <a:latin typeface="Afacad Flux SemiBold"/>
                <a:ea typeface="Afacad Flux SemiBold"/>
                <a:cs typeface="Afacad Flux SemiBold"/>
                <a:sym typeface="Afacad Flux SemiBold"/>
              </a:defRPr>
            </a:lvl6pPr>
            <a:lvl7pPr lvl="6">
              <a:spcBef>
                <a:spcPts val="0"/>
              </a:spcBef>
              <a:spcAft>
                <a:spcPts val="0"/>
              </a:spcAft>
              <a:buSzPts val="1800"/>
              <a:buFont typeface="Afacad Flux SemiBold"/>
              <a:buNone/>
              <a:defRPr>
                <a:latin typeface="Afacad Flux SemiBold"/>
                <a:ea typeface="Afacad Flux SemiBold"/>
                <a:cs typeface="Afacad Flux SemiBold"/>
                <a:sym typeface="Afacad Flux SemiBold"/>
              </a:defRPr>
            </a:lvl7pPr>
            <a:lvl8pPr lvl="7">
              <a:spcBef>
                <a:spcPts val="0"/>
              </a:spcBef>
              <a:spcAft>
                <a:spcPts val="0"/>
              </a:spcAft>
              <a:buSzPts val="1800"/>
              <a:buFont typeface="Afacad Flux SemiBold"/>
              <a:buNone/>
              <a:defRPr>
                <a:latin typeface="Afacad Flux SemiBold"/>
                <a:ea typeface="Afacad Flux SemiBold"/>
                <a:cs typeface="Afacad Flux SemiBold"/>
                <a:sym typeface="Afacad Flux SemiBold"/>
              </a:defRPr>
            </a:lvl8pPr>
            <a:lvl9pPr lvl="8">
              <a:spcBef>
                <a:spcPts val="0"/>
              </a:spcBef>
              <a:spcAft>
                <a:spcPts val="0"/>
              </a:spcAft>
              <a:buSzPts val="1800"/>
              <a:buFont typeface="Afacad Flux SemiBold"/>
              <a:buNone/>
              <a:defRPr>
                <a:latin typeface="Afacad Flux SemiBold"/>
                <a:ea typeface="Afacad Flux SemiBold"/>
                <a:cs typeface="Afacad Flux SemiBold"/>
                <a:sym typeface="Afacad Flux SemiBold"/>
              </a:defRPr>
            </a:lvl9pPr>
          </a:lstStyle>
          <a:p/>
        </p:txBody>
      </p:sp>
      <p:sp>
        <p:nvSpPr>
          <p:cNvPr id="76" name="Google Shape;76;p16"/>
          <p:cNvSpPr txBox="1"/>
          <p:nvPr>
            <p:ph idx="6" type="body"/>
          </p:nvPr>
        </p:nvSpPr>
        <p:spPr>
          <a:xfrm>
            <a:off x="549475" y="3345685"/>
            <a:ext cx="2211300" cy="10827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lt1"/>
              </a:buClr>
              <a:buSzPts val="1200"/>
              <a:buFont typeface="Afacad Flux"/>
              <a:buChar char="●"/>
              <a:defRPr/>
            </a:lvl1pPr>
            <a:lvl2pPr indent="-304800" lvl="1" marL="914400">
              <a:spcBef>
                <a:spcPts val="800"/>
              </a:spcBef>
              <a:spcAft>
                <a:spcPts val="0"/>
              </a:spcAft>
              <a:buClr>
                <a:schemeClr val="lt1"/>
              </a:buClr>
              <a:buSzPts val="1200"/>
              <a:buFont typeface="Afacad Flux"/>
              <a:buChar char="○"/>
              <a:defRPr/>
            </a:lvl2pPr>
            <a:lvl3pPr indent="-304800" lvl="2" marL="1371600">
              <a:spcBef>
                <a:spcPts val="800"/>
              </a:spcBef>
              <a:spcAft>
                <a:spcPts val="0"/>
              </a:spcAft>
              <a:buClr>
                <a:schemeClr val="lt1"/>
              </a:buClr>
              <a:buSzPts val="1200"/>
              <a:buFont typeface="Afacad Flux"/>
              <a:buChar char="■"/>
              <a:defRPr/>
            </a:lvl3pPr>
            <a:lvl4pPr indent="-304800" lvl="3" marL="1828800">
              <a:spcBef>
                <a:spcPts val="800"/>
              </a:spcBef>
              <a:spcAft>
                <a:spcPts val="0"/>
              </a:spcAft>
              <a:buClr>
                <a:schemeClr val="lt1"/>
              </a:buClr>
              <a:buSzPts val="1200"/>
              <a:buFont typeface="Afacad Flux"/>
              <a:buChar char="●"/>
              <a:defRPr/>
            </a:lvl4pPr>
            <a:lvl5pPr indent="-304800" lvl="4" marL="2286000">
              <a:spcBef>
                <a:spcPts val="800"/>
              </a:spcBef>
              <a:spcAft>
                <a:spcPts val="0"/>
              </a:spcAft>
              <a:buClr>
                <a:schemeClr val="lt1"/>
              </a:buClr>
              <a:buSzPts val="1200"/>
              <a:buFont typeface="Afacad Flux"/>
              <a:buChar char="○"/>
              <a:defRPr/>
            </a:lvl5pPr>
            <a:lvl6pPr indent="-304800" lvl="5" marL="2743200">
              <a:spcBef>
                <a:spcPts val="800"/>
              </a:spcBef>
              <a:spcAft>
                <a:spcPts val="0"/>
              </a:spcAft>
              <a:buClr>
                <a:schemeClr val="lt1"/>
              </a:buClr>
              <a:buSzPts val="1200"/>
              <a:buFont typeface="Afacad Flux"/>
              <a:buChar char="■"/>
              <a:defRPr/>
            </a:lvl6pPr>
            <a:lvl7pPr indent="-304800" lvl="6" marL="3200400">
              <a:spcBef>
                <a:spcPts val="800"/>
              </a:spcBef>
              <a:spcAft>
                <a:spcPts val="0"/>
              </a:spcAft>
              <a:buClr>
                <a:schemeClr val="lt1"/>
              </a:buClr>
              <a:buSzPts val="1200"/>
              <a:buFont typeface="Afacad Flux"/>
              <a:buChar char="●"/>
              <a:defRPr/>
            </a:lvl7pPr>
            <a:lvl8pPr indent="-304800" lvl="7" marL="3657600">
              <a:spcBef>
                <a:spcPts val="800"/>
              </a:spcBef>
              <a:spcAft>
                <a:spcPts val="0"/>
              </a:spcAft>
              <a:buClr>
                <a:schemeClr val="lt1"/>
              </a:buClr>
              <a:buSzPts val="1200"/>
              <a:buFont typeface="Afacad Flux"/>
              <a:buChar char="○"/>
              <a:defRPr/>
            </a:lvl8pPr>
            <a:lvl9pPr indent="-304800" lvl="8" marL="4114800">
              <a:spcBef>
                <a:spcPts val="800"/>
              </a:spcBef>
              <a:spcAft>
                <a:spcPts val="800"/>
              </a:spcAft>
              <a:buClr>
                <a:schemeClr val="lt1"/>
              </a:buClr>
              <a:buSzPts val="1200"/>
              <a:buFont typeface="Afacad Flux"/>
              <a:buChar char="■"/>
              <a:defRPr/>
            </a:lvl9pPr>
          </a:lstStyle>
          <a:p/>
        </p:txBody>
      </p:sp>
      <p:sp>
        <p:nvSpPr>
          <p:cNvPr id="77" name="Google Shape;77;p16"/>
          <p:cNvSpPr/>
          <p:nvPr>
            <p:ph idx="7" type="pic"/>
          </p:nvPr>
        </p:nvSpPr>
        <p:spPr>
          <a:xfrm>
            <a:off x="6271213" y="1302563"/>
            <a:ext cx="2435400" cy="1356000"/>
          </a:xfrm>
          <a:prstGeom prst="roundRect">
            <a:avLst>
              <a:gd fmla="val 22916" name="adj"/>
            </a:avLst>
          </a:prstGeom>
          <a:noFill/>
          <a:ln>
            <a:noFill/>
          </a:ln>
        </p:spPr>
      </p:sp>
      <p:sp>
        <p:nvSpPr>
          <p:cNvPr id="78" name="Google Shape;78;p16"/>
          <p:cNvSpPr txBox="1"/>
          <p:nvPr>
            <p:ph idx="8" type="subTitle"/>
          </p:nvPr>
        </p:nvSpPr>
        <p:spPr>
          <a:xfrm>
            <a:off x="6383263" y="2904013"/>
            <a:ext cx="2211300" cy="196200"/>
          </a:xfrm>
          <a:prstGeom prst="rect">
            <a:avLst/>
          </a:prstGeom>
        </p:spPr>
        <p:txBody>
          <a:bodyPr anchorCtr="0" anchor="ctr" bIns="0" lIns="0" spcFirstLastPara="1" rIns="0" wrap="square" tIns="0">
            <a:spAutoFit/>
          </a:bodyPr>
          <a:lstStyle>
            <a:lvl1pPr lvl="0">
              <a:spcBef>
                <a:spcPts val="0"/>
              </a:spcBef>
              <a:spcAft>
                <a:spcPts val="0"/>
              </a:spcAft>
              <a:buNone/>
              <a:defRPr>
                <a:latin typeface="Afacad Flux SemiBold"/>
                <a:ea typeface="Afacad Flux SemiBold"/>
                <a:cs typeface="Afacad Flux SemiBold"/>
                <a:sym typeface="Afacad Flux SemiBold"/>
              </a:defRPr>
            </a:lvl1pPr>
            <a:lvl2pPr lvl="1">
              <a:spcBef>
                <a:spcPts val="0"/>
              </a:spcBef>
              <a:spcAft>
                <a:spcPts val="0"/>
              </a:spcAft>
              <a:buSzPts val="1800"/>
              <a:buFont typeface="Afacad Flux SemiBold"/>
              <a:buNone/>
              <a:defRPr>
                <a:latin typeface="Afacad Flux SemiBold"/>
                <a:ea typeface="Afacad Flux SemiBold"/>
                <a:cs typeface="Afacad Flux SemiBold"/>
                <a:sym typeface="Afacad Flux SemiBold"/>
              </a:defRPr>
            </a:lvl2pPr>
            <a:lvl3pPr lvl="2">
              <a:spcBef>
                <a:spcPts val="0"/>
              </a:spcBef>
              <a:spcAft>
                <a:spcPts val="0"/>
              </a:spcAft>
              <a:buSzPts val="1800"/>
              <a:buFont typeface="Afacad Flux SemiBold"/>
              <a:buNone/>
              <a:defRPr>
                <a:latin typeface="Afacad Flux SemiBold"/>
                <a:ea typeface="Afacad Flux SemiBold"/>
                <a:cs typeface="Afacad Flux SemiBold"/>
                <a:sym typeface="Afacad Flux SemiBold"/>
              </a:defRPr>
            </a:lvl3pPr>
            <a:lvl4pPr lvl="3">
              <a:spcBef>
                <a:spcPts val="0"/>
              </a:spcBef>
              <a:spcAft>
                <a:spcPts val="0"/>
              </a:spcAft>
              <a:buSzPts val="1800"/>
              <a:buFont typeface="Afacad Flux SemiBold"/>
              <a:buNone/>
              <a:defRPr>
                <a:latin typeface="Afacad Flux SemiBold"/>
                <a:ea typeface="Afacad Flux SemiBold"/>
                <a:cs typeface="Afacad Flux SemiBold"/>
                <a:sym typeface="Afacad Flux SemiBold"/>
              </a:defRPr>
            </a:lvl4pPr>
            <a:lvl5pPr lvl="4">
              <a:spcBef>
                <a:spcPts val="0"/>
              </a:spcBef>
              <a:spcAft>
                <a:spcPts val="0"/>
              </a:spcAft>
              <a:buSzPts val="1800"/>
              <a:buFont typeface="Afacad Flux SemiBold"/>
              <a:buNone/>
              <a:defRPr>
                <a:latin typeface="Afacad Flux SemiBold"/>
                <a:ea typeface="Afacad Flux SemiBold"/>
                <a:cs typeface="Afacad Flux SemiBold"/>
                <a:sym typeface="Afacad Flux SemiBold"/>
              </a:defRPr>
            </a:lvl5pPr>
            <a:lvl6pPr lvl="5">
              <a:spcBef>
                <a:spcPts val="0"/>
              </a:spcBef>
              <a:spcAft>
                <a:spcPts val="0"/>
              </a:spcAft>
              <a:buSzPts val="1800"/>
              <a:buFont typeface="Afacad Flux SemiBold"/>
              <a:buNone/>
              <a:defRPr>
                <a:latin typeface="Afacad Flux SemiBold"/>
                <a:ea typeface="Afacad Flux SemiBold"/>
                <a:cs typeface="Afacad Flux SemiBold"/>
                <a:sym typeface="Afacad Flux SemiBold"/>
              </a:defRPr>
            </a:lvl6pPr>
            <a:lvl7pPr lvl="6">
              <a:spcBef>
                <a:spcPts val="0"/>
              </a:spcBef>
              <a:spcAft>
                <a:spcPts val="0"/>
              </a:spcAft>
              <a:buSzPts val="1800"/>
              <a:buFont typeface="Afacad Flux SemiBold"/>
              <a:buNone/>
              <a:defRPr>
                <a:latin typeface="Afacad Flux SemiBold"/>
                <a:ea typeface="Afacad Flux SemiBold"/>
                <a:cs typeface="Afacad Flux SemiBold"/>
                <a:sym typeface="Afacad Flux SemiBold"/>
              </a:defRPr>
            </a:lvl7pPr>
            <a:lvl8pPr lvl="7">
              <a:spcBef>
                <a:spcPts val="0"/>
              </a:spcBef>
              <a:spcAft>
                <a:spcPts val="0"/>
              </a:spcAft>
              <a:buSzPts val="1800"/>
              <a:buFont typeface="Afacad Flux SemiBold"/>
              <a:buNone/>
              <a:defRPr>
                <a:latin typeface="Afacad Flux SemiBold"/>
                <a:ea typeface="Afacad Flux SemiBold"/>
                <a:cs typeface="Afacad Flux SemiBold"/>
                <a:sym typeface="Afacad Flux SemiBold"/>
              </a:defRPr>
            </a:lvl8pPr>
            <a:lvl9pPr lvl="8">
              <a:spcBef>
                <a:spcPts val="0"/>
              </a:spcBef>
              <a:spcAft>
                <a:spcPts val="0"/>
              </a:spcAft>
              <a:buSzPts val="1800"/>
              <a:buFont typeface="Afacad Flux SemiBold"/>
              <a:buNone/>
              <a:defRPr>
                <a:latin typeface="Afacad Flux SemiBold"/>
                <a:ea typeface="Afacad Flux SemiBold"/>
                <a:cs typeface="Afacad Flux SemiBold"/>
                <a:sym typeface="Afacad Flux SemiBold"/>
              </a:defRPr>
            </a:lvl9pPr>
          </a:lstStyle>
          <a:p/>
        </p:txBody>
      </p:sp>
      <p:sp>
        <p:nvSpPr>
          <p:cNvPr id="79" name="Google Shape;79;p16"/>
          <p:cNvSpPr txBox="1"/>
          <p:nvPr>
            <p:ph idx="9" type="body"/>
          </p:nvPr>
        </p:nvSpPr>
        <p:spPr>
          <a:xfrm>
            <a:off x="6383275" y="3345685"/>
            <a:ext cx="2211300" cy="10827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lt1"/>
              </a:buClr>
              <a:buSzPts val="1200"/>
              <a:buFont typeface="Afacad Flux"/>
              <a:buChar char="●"/>
              <a:defRPr/>
            </a:lvl1pPr>
            <a:lvl2pPr indent="-304800" lvl="1" marL="914400">
              <a:spcBef>
                <a:spcPts val="800"/>
              </a:spcBef>
              <a:spcAft>
                <a:spcPts val="0"/>
              </a:spcAft>
              <a:buClr>
                <a:schemeClr val="lt1"/>
              </a:buClr>
              <a:buSzPts val="1200"/>
              <a:buFont typeface="Afacad Flux"/>
              <a:buChar char="○"/>
              <a:defRPr/>
            </a:lvl2pPr>
            <a:lvl3pPr indent="-304800" lvl="2" marL="1371600">
              <a:spcBef>
                <a:spcPts val="800"/>
              </a:spcBef>
              <a:spcAft>
                <a:spcPts val="0"/>
              </a:spcAft>
              <a:buClr>
                <a:schemeClr val="lt1"/>
              </a:buClr>
              <a:buSzPts val="1200"/>
              <a:buFont typeface="Afacad Flux"/>
              <a:buChar char="■"/>
              <a:defRPr/>
            </a:lvl3pPr>
            <a:lvl4pPr indent="-304800" lvl="3" marL="1828800">
              <a:spcBef>
                <a:spcPts val="800"/>
              </a:spcBef>
              <a:spcAft>
                <a:spcPts val="0"/>
              </a:spcAft>
              <a:buClr>
                <a:schemeClr val="lt1"/>
              </a:buClr>
              <a:buSzPts val="1200"/>
              <a:buFont typeface="Afacad Flux"/>
              <a:buChar char="●"/>
              <a:defRPr/>
            </a:lvl4pPr>
            <a:lvl5pPr indent="-304800" lvl="4" marL="2286000">
              <a:spcBef>
                <a:spcPts val="800"/>
              </a:spcBef>
              <a:spcAft>
                <a:spcPts val="0"/>
              </a:spcAft>
              <a:buClr>
                <a:schemeClr val="lt1"/>
              </a:buClr>
              <a:buSzPts val="1200"/>
              <a:buFont typeface="Afacad Flux"/>
              <a:buChar char="○"/>
              <a:defRPr/>
            </a:lvl5pPr>
            <a:lvl6pPr indent="-304800" lvl="5" marL="2743200">
              <a:spcBef>
                <a:spcPts val="800"/>
              </a:spcBef>
              <a:spcAft>
                <a:spcPts val="0"/>
              </a:spcAft>
              <a:buClr>
                <a:schemeClr val="lt1"/>
              </a:buClr>
              <a:buSzPts val="1200"/>
              <a:buFont typeface="Afacad Flux"/>
              <a:buChar char="■"/>
              <a:defRPr/>
            </a:lvl6pPr>
            <a:lvl7pPr indent="-304800" lvl="6" marL="3200400">
              <a:spcBef>
                <a:spcPts val="800"/>
              </a:spcBef>
              <a:spcAft>
                <a:spcPts val="0"/>
              </a:spcAft>
              <a:buClr>
                <a:schemeClr val="lt1"/>
              </a:buClr>
              <a:buSzPts val="1200"/>
              <a:buFont typeface="Afacad Flux"/>
              <a:buChar char="●"/>
              <a:defRPr/>
            </a:lvl7pPr>
            <a:lvl8pPr indent="-304800" lvl="7" marL="3657600">
              <a:spcBef>
                <a:spcPts val="800"/>
              </a:spcBef>
              <a:spcAft>
                <a:spcPts val="0"/>
              </a:spcAft>
              <a:buClr>
                <a:schemeClr val="lt1"/>
              </a:buClr>
              <a:buSzPts val="1200"/>
              <a:buFont typeface="Afacad Flux"/>
              <a:buChar char="○"/>
              <a:defRPr/>
            </a:lvl8pPr>
            <a:lvl9pPr indent="-304800" lvl="8" marL="4114800">
              <a:spcBef>
                <a:spcPts val="800"/>
              </a:spcBef>
              <a:spcAft>
                <a:spcPts val="800"/>
              </a:spcAft>
              <a:buClr>
                <a:schemeClr val="lt1"/>
              </a:buClr>
              <a:buSzPts val="1200"/>
              <a:buFont typeface="Afacad Flux"/>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ainers">
  <p:cSld name="BLANK_1_1_1_1_2_1_1">
    <p:bg>
      <p:bgPr>
        <a:solidFill>
          <a:schemeClr val="accent4"/>
        </a:solidFill>
      </p:bgPr>
    </p:bg>
    <p:spTree>
      <p:nvGrpSpPr>
        <p:cNvPr id="80" name="Shape 80"/>
        <p:cNvGrpSpPr/>
        <p:nvPr/>
      </p:nvGrpSpPr>
      <p:grpSpPr>
        <a:xfrm>
          <a:off x="0" y="0"/>
          <a:ext cx="0" cy="0"/>
          <a:chOff x="0" y="0"/>
          <a:chExt cx="0" cy="0"/>
        </a:xfrm>
      </p:grpSpPr>
      <p:sp>
        <p:nvSpPr>
          <p:cNvPr id="81" name="Google Shape;81;p17"/>
          <p:cNvSpPr txBox="1"/>
          <p:nvPr>
            <p:ph type="title"/>
          </p:nvPr>
        </p:nvSpPr>
        <p:spPr>
          <a:xfrm>
            <a:off x="137160" y="228600"/>
            <a:ext cx="64803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solidFill>
                  <a:schemeClr val="accent1"/>
                </a:solidFill>
              </a:defRPr>
            </a:lvl1pPr>
            <a:lvl2pPr lvl="1">
              <a:lnSpc>
                <a:spcPct val="115000"/>
              </a:lnSpc>
              <a:spcBef>
                <a:spcPts val="0"/>
              </a:spcBef>
              <a:spcAft>
                <a:spcPts val="0"/>
              </a:spcAft>
              <a:buNone/>
              <a:defRPr>
                <a:solidFill>
                  <a:schemeClr val="accent1"/>
                </a:solidFill>
                <a:latin typeface="Afacad Flux SemiBold"/>
                <a:ea typeface="Afacad Flux SemiBold"/>
                <a:cs typeface="Afacad Flux SemiBold"/>
                <a:sym typeface="Afacad Flux SemiBold"/>
              </a:defRPr>
            </a:lvl2pPr>
            <a:lvl3pPr lvl="2">
              <a:lnSpc>
                <a:spcPct val="115000"/>
              </a:lnSpc>
              <a:spcBef>
                <a:spcPts val="0"/>
              </a:spcBef>
              <a:spcAft>
                <a:spcPts val="0"/>
              </a:spcAft>
              <a:buNone/>
              <a:defRPr>
                <a:solidFill>
                  <a:schemeClr val="accent1"/>
                </a:solidFill>
                <a:latin typeface="Afacad Flux SemiBold"/>
                <a:ea typeface="Afacad Flux SemiBold"/>
                <a:cs typeface="Afacad Flux SemiBold"/>
                <a:sym typeface="Afacad Flux SemiBold"/>
              </a:defRPr>
            </a:lvl3pPr>
            <a:lvl4pPr lvl="3">
              <a:lnSpc>
                <a:spcPct val="115000"/>
              </a:lnSpc>
              <a:spcBef>
                <a:spcPts val="0"/>
              </a:spcBef>
              <a:spcAft>
                <a:spcPts val="0"/>
              </a:spcAft>
              <a:buNone/>
              <a:defRPr>
                <a:solidFill>
                  <a:schemeClr val="accent1"/>
                </a:solidFill>
                <a:latin typeface="Afacad Flux SemiBold"/>
                <a:ea typeface="Afacad Flux SemiBold"/>
                <a:cs typeface="Afacad Flux SemiBold"/>
                <a:sym typeface="Afacad Flux SemiBold"/>
              </a:defRPr>
            </a:lvl4pPr>
            <a:lvl5pPr lvl="4">
              <a:lnSpc>
                <a:spcPct val="115000"/>
              </a:lnSpc>
              <a:spcBef>
                <a:spcPts val="0"/>
              </a:spcBef>
              <a:spcAft>
                <a:spcPts val="0"/>
              </a:spcAft>
              <a:buNone/>
              <a:defRPr>
                <a:solidFill>
                  <a:schemeClr val="accent1"/>
                </a:solidFill>
                <a:latin typeface="Afacad Flux SemiBold"/>
                <a:ea typeface="Afacad Flux SemiBold"/>
                <a:cs typeface="Afacad Flux SemiBold"/>
                <a:sym typeface="Afacad Flux SemiBold"/>
              </a:defRPr>
            </a:lvl5pPr>
            <a:lvl6pPr lvl="5">
              <a:lnSpc>
                <a:spcPct val="115000"/>
              </a:lnSpc>
              <a:spcBef>
                <a:spcPts val="0"/>
              </a:spcBef>
              <a:spcAft>
                <a:spcPts val="0"/>
              </a:spcAft>
              <a:buNone/>
              <a:defRPr>
                <a:solidFill>
                  <a:schemeClr val="accent1"/>
                </a:solidFill>
                <a:latin typeface="Afacad Flux SemiBold"/>
                <a:ea typeface="Afacad Flux SemiBold"/>
                <a:cs typeface="Afacad Flux SemiBold"/>
                <a:sym typeface="Afacad Flux SemiBold"/>
              </a:defRPr>
            </a:lvl6pPr>
            <a:lvl7pPr lvl="6">
              <a:lnSpc>
                <a:spcPct val="115000"/>
              </a:lnSpc>
              <a:spcBef>
                <a:spcPts val="0"/>
              </a:spcBef>
              <a:spcAft>
                <a:spcPts val="0"/>
              </a:spcAft>
              <a:buNone/>
              <a:defRPr>
                <a:solidFill>
                  <a:schemeClr val="accent1"/>
                </a:solidFill>
                <a:latin typeface="Afacad Flux SemiBold"/>
                <a:ea typeface="Afacad Flux SemiBold"/>
                <a:cs typeface="Afacad Flux SemiBold"/>
                <a:sym typeface="Afacad Flux SemiBold"/>
              </a:defRPr>
            </a:lvl7pPr>
            <a:lvl8pPr lvl="7">
              <a:lnSpc>
                <a:spcPct val="115000"/>
              </a:lnSpc>
              <a:spcBef>
                <a:spcPts val="0"/>
              </a:spcBef>
              <a:spcAft>
                <a:spcPts val="0"/>
              </a:spcAft>
              <a:buNone/>
              <a:defRPr>
                <a:solidFill>
                  <a:schemeClr val="accent1"/>
                </a:solidFill>
                <a:latin typeface="Afacad Flux SemiBold"/>
                <a:ea typeface="Afacad Flux SemiBold"/>
                <a:cs typeface="Afacad Flux SemiBold"/>
                <a:sym typeface="Afacad Flux SemiBold"/>
              </a:defRPr>
            </a:lvl8pPr>
            <a:lvl9pPr lvl="8">
              <a:lnSpc>
                <a:spcPct val="115000"/>
              </a:lnSpc>
              <a:spcBef>
                <a:spcPts val="0"/>
              </a:spcBef>
              <a:spcAft>
                <a:spcPts val="0"/>
              </a:spcAft>
              <a:buNone/>
              <a:defRPr>
                <a:solidFill>
                  <a:schemeClr val="accent1"/>
                </a:solidFill>
                <a:latin typeface="Afacad Flux SemiBold"/>
                <a:ea typeface="Afacad Flux SemiBold"/>
                <a:cs typeface="Afacad Flux SemiBold"/>
                <a:sym typeface="Afacad Flux SemiBold"/>
              </a:defRPr>
            </a:lvl9pPr>
          </a:lstStyle>
          <a:p/>
        </p:txBody>
      </p:sp>
      <p:sp>
        <p:nvSpPr>
          <p:cNvPr id="82" name="Google Shape;82;p17"/>
          <p:cNvSpPr txBox="1"/>
          <p:nvPr/>
        </p:nvSpPr>
        <p:spPr>
          <a:xfrm>
            <a:off x="8434809" y="4630726"/>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700">
                <a:solidFill>
                  <a:schemeClr val="dk2"/>
                </a:solidFill>
                <a:latin typeface="Afacad Flux"/>
                <a:ea typeface="Afacad Flux"/>
                <a:cs typeface="Afacad Flux"/>
                <a:sym typeface="Afacad Flux"/>
              </a:rPr>
              <a:t>‹#›</a:t>
            </a:fld>
            <a:endParaRPr sz="700">
              <a:solidFill>
                <a:schemeClr val="dk2"/>
              </a:solidFill>
              <a:latin typeface="Afacad Flux"/>
              <a:ea typeface="Afacad Flux"/>
              <a:cs typeface="Afacad Flux"/>
              <a:sym typeface="Afacad Flux"/>
            </a:endParaRPr>
          </a:p>
        </p:txBody>
      </p:sp>
      <p:sp>
        <p:nvSpPr>
          <p:cNvPr id="83" name="Google Shape;83;p17"/>
          <p:cNvSpPr txBox="1"/>
          <p:nvPr>
            <p:ph idx="1" type="subTitle"/>
          </p:nvPr>
        </p:nvSpPr>
        <p:spPr>
          <a:xfrm>
            <a:off x="11275" y="2137575"/>
            <a:ext cx="2236200" cy="2542200"/>
          </a:xfrm>
          <a:prstGeom prst="rect">
            <a:avLst/>
          </a:prstGeom>
          <a:noFill/>
        </p:spPr>
        <p:txBody>
          <a:bodyPr anchorCtr="0" anchor="t" bIns="182875" lIns="182875" spcFirstLastPara="1" rIns="182875" wrap="square" tIns="0">
            <a:normAutofit/>
          </a:bodyPr>
          <a:lstStyle>
            <a:lvl1pPr indent="0" lvl="0" marL="228600" marR="88257">
              <a:spcBef>
                <a:spcPts val="0"/>
              </a:spcBef>
              <a:spcAft>
                <a:spcPts val="0"/>
              </a:spcAft>
              <a:buNone/>
              <a:defRPr sz="1200">
                <a:latin typeface="Afacad Flux SemiBold"/>
                <a:ea typeface="Afacad Flux SemiBold"/>
                <a:cs typeface="Afacad Flux SemiBold"/>
                <a:sym typeface="Afacad Flux SemiBold"/>
              </a:defRPr>
            </a:lvl1pPr>
            <a:lvl2pPr lvl="1">
              <a:spcBef>
                <a:spcPts val="60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4" name="Google Shape;84;p17"/>
          <p:cNvSpPr txBox="1"/>
          <p:nvPr>
            <p:ph idx="2" type="subTitle"/>
          </p:nvPr>
        </p:nvSpPr>
        <p:spPr>
          <a:xfrm>
            <a:off x="2308388" y="2137575"/>
            <a:ext cx="2236200" cy="2542200"/>
          </a:xfrm>
          <a:prstGeom prst="rect">
            <a:avLst/>
          </a:prstGeom>
          <a:noFill/>
        </p:spPr>
        <p:txBody>
          <a:bodyPr anchorCtr="0" anchor="t" bIns="182875" lIns="182875" spcFirstLastPara="1" rIns="182875" wrap="square" tIns="0">
            <a:normAutofit/>
          </a:bodyPr>
          <a:lstStyle>
            <a:lvl1pPr indent="0" lvl="0" marL="228600" marR="88257">
              <a:spcBef>
                <a:spcPts val="0"/>
              </a:spcBef>
              <a:spcAft>
                <a:spcPts val="0"/>
              </a:spcAft>
              <a:buNone/>
              <a:defRPr sz="1200">
                <a:latin typeface="Afacad Flux SemiBold"/>
                <a:ea typeface="Afacad Flux SemiBold"/>
                <a:cs typeface="Afacad Flux SemiBold"/>
                <a:sym typeface="Afacad Flux SemiBold"/>
              </a:defRPr>
            </a:lvl1pPr>
            <a:lvl2pPr lvl="1">
              <a:spcBef>
                <a:spcPts val="60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5" name="Google Shape;85;p17"/>
          <p:cNvSpPr txBox="1"/>
          <p:nvPr>
            <p:ph idx="3" type="subTitle"/>
          </p:nvPr>
        </p:nvSpPr>
        <p:spPr>
          <a:xfrm>
            <a:off x="4608238" y="2137575"/>
            <a:ext cx="2236200" cy="2542200"/>
          </a:xfrm>
          <a:prstGeom prst="rect">
            <a:avLst/>
          </a:prstGeom>
          <a:noFill/>
        </p:spPr>
        <p:txBody>
          <a:bodyPr anchorCtr="0" anchor="t" bIns="182875" lIns="182875" spcFirstLastPara="1" rIns="182875" wrap="square" tIns="0">
            <a:normAutofit/>
          </a:bodyPr>
          <a:lstStyle>
            <a:lvl1pPr indent="0" lvl="0" marL="228600" marR="88257">
              <a:spcBef>
                <a:spcPts val="0"/>
              </a:spcBef>
              <a:spcAft>
                <a:spcPts val="0"/>
              </a:spcAft>
              <a:buNone/>
              <a:defRPr sz="1200">
                <a:latin typeface="Afacad Flux SemiBold"/>
                <a:ea typeface="Afacad Flux SemiBold"/>
                <a:cs typeface="Afacad Flux SemiBold"/>
                <a:sym typeface="Afacad Flux SemiBold"/>
              </a:defRPr>
            </a:lvl1pPr>
            <a:lvl2pPr lvl="1">
              <a:spcBef>
                <a:spcPts val="60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6" name="Google Shape;86;p17"/>
          <p:cNvSpPr txBox="1"/>
          <p:nvPr>
            <p:ph idx="4" type="subTitle"/>
          </p:nvPr>
        </p:nvSpPr>
        <p:spPr>
          <a:xfrm>
            <a:off x="6908075" y="2137575"/>
            <a:ext cx="2236200" cy="2542200"/>
          </a:xfrm>
          <a:prstGeom prst="rect">
            <a:avLst/>
          </a:prstGeom>
          <a:noFill/>
        </p:spPr>
        <p:txBody>
          <a:bodyPr anchorCtr="0" anchor="t" bIns="182875" lIns="182875" spcFirstLastPara="1" rIns="182875" wrap="square" tIns="0">
            <a:normAutofit/>
          </a:bodyPr>
          <a:lstStyle>
            <a:lvl1pPr indent="0" lvl="0" marL="228600" marR="88257">
              <a:spcBef>
                <a:spcPts val="0"/>
              </a:spcBef>
              <a:spcAft>
                <a:spcPts val="0"/>
              </a:spcAft>
              <a:buNone/>
              <a:defRPr sz="1200">
                <a:latin typeface="Afacad Flux SemiBold"/>
                <a:ea typeface="Afacad Flux SemiBold"/>
                <a:cs typeface="Afacad Flux SemiBold"/>
                <a:sym typeface="Afacad Flux SemiBold"/>
              </a:defRPr>
            </a:lvl1pPr>
            <a:lvl2pPr lvl="1">
              <a:spcBef>
                <a:spcPts val="60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_1_1_1_1_2">
    <p:spTree>
      <p:nvGrpSpPr>
        <p:cNvPr id="87" name="Shape 87"/>
        <p:cNvGrpSpPr/>
        <p:nvPr/>
      </p:nvGrpSpPr>
      <p:grpSpPr>
        <a:xfrm>
          <a:off x="0" y="0"/>
          <a:ext cx="0" cy="0"/>
          <a:chOff x="0" y="0"/>
          <a:chExt cx="0" cy="0"/>
        </a:xfrm>
      </p:grpSpPr>
      <p:sp>
        <p:nvSpPr>
          <p:cNvPr id="88" name="Google Shape;88;p18"/>
          <p:cNvSpPr txBox="1"/>
          <p:nvPr>
            <p:ph type="title"/>
          </p:nvPr>
        </p:nvSpPr>
        <p:spPr>
          <a:xfrm>
            <a:off x="228600" y="2063500"/>
            <a:ext cx="8333100" cy="2656500"/>
          </a:xfrm>
          <a:prstGeom prst="rect">
            <a:avLst/>
          </a:prstGeom>
        </p:spPr>
        <p:txBody>
          <a:bodyPr anchorCtr="0" anchor="b" bIns="0" lIns="0" spcFirstLastPara="1" rIns="0" wrap="square" tIns="0">
            <a:noAutofit/>
          </a:bodyPr>
          <a:lstStyle>
            <a:lvl1pPr lvl="0">
              <a:spcBef>
                <a:spcPts val="0"/>
              </a:spcBef>
              <a:spcAft>
                <a:spcPts val="0"/>
              </a:spcAft>
              <a:buNone/>
              <a:defRPr b="0" sz="4800">
                <a:latin typeface="Afacad Flux Medium"/>
                <a:ea typeface="Afacad Flux Medium"/>
                <a:cs typeface="Afacad Flux Medium"/>
                <a:sym typeface="Afacad Flux Medium"/>
              </a:defRPr>
            </a:lvl1pPr>
            <a:lvl2pPr lvl="1">
              <a:spcBef>
                <a:spcPts val="0"/>
              </a:spcBef>
              <a:spcAft>
                <a:spcPts val="0"/>
              </a:spcAft>
              <a:buNone/>
              <a:defRPr b="0" sz="4800">
                <a:latin typeface="Afacad Flux Medium"/>
                <a:ea typeface="Afacad Flux Medium"/>
                <a:cs typeface="Afacad Flux Medium"/>
                <a:sym typeface="Afacad Flux Medium"/>
              </a:defRPr>
            </a:lvl2pPr>
            <a:lvl3pPr lvl="2">
              <a:spcBef>
                <a:spcPts val="0"/>
              </a:spcBef>
              <a:spcAft>
                <a:spcPts val="0"/>
              </a:spcAft>
              <a:buNone/>
              <a:defRPr b="0" sz="4800">
                <a:latin typeface="Afacad Flux Medium"/>
                <a:ea typeface="Afacad Flux Medium"/>
                <a:cs typeface="Afacad Flux Medium"/>
                <a:sym typeface="Afacad Flux Medium"/>
              </a:defRPr>
            </a:lvl3pPr>
            <a:lvl4pPr lvl="3">
              <a:spcBef>
                <a:spcPts val="0"/>
              </a:spcBef>
              <a:spcAft>
                <a:spcPts val="0"/>
              </a:spcAft>
              <a:buNone/>
              <a:defRPr b="0" sz="4800">
                <a:latin typeface="Afacad Flux Medium"/>
                <a:ea typeface="Afacad Flux Medium"/>
                <a:cs typeface="Afacad Flux Medium"/>
                <a:sym typeface="Afacad Flux Medium"/>
              </a:defRPr>
            </a:lvl4pPr>
            <a:lvl5pPr lvl="4">
              <a:spcBef>
                <a:spcPts val="0"/>
              </a:spcBef>
              <a:spcAft>
                <a:spcPts val="0"/>
              </a:spcAft>
              <a:buNone/>
              <a:defRPr b="0" sz="4800">
                <a:latin typeface="Afacad Flux Medium"/>
                <a:ea typeface="Afacad Flux Medium"/>
                <a:cs typeface="Afacad Flux Medium"/>
                <a:sym typeface="Afacad Flux Medium"/>
              </a:defRPr>
            </a:lvl5pPr>
            <a:lvl6pPr lvl="5">
              <a:spcBef>
                <a:spcPts val="0"/>
              </a:spcBef>
              <a:spcAft>
                <a:spcPts val="0"/>
              </a:spcAft>
              <a:buNone/>
              <a:defRPr b="0" sz="4800">
                <a:latin typeface="Afacad Flux Medium"/>
                <a:ea typeface="Afacad Flux Medium"/>
                <a:cs typeface="Afacad Flux Medium"/>
                <a:sym typeface="Afacad Flux Medium"/>
              </a:defRPr>
            </a:lvl6pPr>
            <a:lvl7pPr lvl="6">
              <a:spcBef>
                <a:spcPts val="0"/>
              </a:spcBef>
              <a:spcAft>
                <a:spcPts val="0"/>
              </a:spcAft>
              <a:buNone/>
              <a:defRPr b="0" sz="4800">
                <a:latin typeface="Afacad Flux Medium"/>
                <a:ea typeface="Afacad Flux Medium"/>
                <a:cs typeface="Afacad Flux Medium"/>
                <a:sym typeface="Afacad Flux Medium"/>
              </a:defRPr>
            </a:lvl7pPr>
            <a:lvl8pPr lvl="7">
              <a:spcBef>
                <a:spcPts val="0"/>
              </a:spcBef>
              <a:spcAft>
                <a:spcPts val="0"/>
              </a:spcAft>
              <a:buNone/>
              <a:defRPr b="0" sz="4800">
                <a:latin typeface="Afacad Flux Medium"/>
                <a:ea typeface="Afacad Flux Medium"/>
                <a:cs typeface="Afacad Flux Medium"/>
                <a:sym typeface="Afacad Flux Medium"/>
              </a:defRPr>
            </a:lvl8pPr>
            <a:lvl9pPr lvl="8">
              <a:spcBef>
                <a:spcPts val="0"/>
              </a:spcBef>
              <a:spcAft>
                <a:spcPts val="0"/>
              </a:spcAft>
              <a:buNone/>
              <a:defRPr b="0" sz="4800">
                <a:latin typeface="Afacad Flux Medium"/>
                <a:ea typeface="Afacad Flux Medium"/>
                <a:cs typeface="Afacad Flux Medium"/>
                <a:sym typeface="Afacad Flux Medium"/>
              </a:defRPr>
            </a:lvl9pPr>
          </a:lstStyle>
          <a:p/>
        </p:txBody>
      </p:sp>
      <p:sp>
        <p:nvSpPr>
          <p:cNvPr id="89" name="Google Shape;89;p18"/>
          <p:cNvSpPr txBox="1"/>
          <p:nvPr>
            <p:ph idx="2" type="title"/>
          </p:nvPr>
        </p:nvSpPr>
        <p:spPr>
          <a:xfrm>
            <a:off x="7673150" y="394400"/>
            <a:ext cx="1193700" cy="3165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900">
                <a:latin typeface="Afacad Flux Medium"/>
                <a:ea typeface="Afacad Flux Medium"/>
                <a:cs typeface="Afacad Flux Medium"/>
                <a:sym typeface="Afacad Flux Medium"/>
              </a:defRPr>
            </a:lvl1pPr>
            <a:lvl2pPr lvl="1" algn="ctr">
              <a:lnSpc>
                <a:spcPct val="115000"/>
              </a:lnSpc>
              <a:spcBef>
                <a:spcPts val="200"/>
              </a:spcBef>
              <a:spcAft>
                <a:spcPts val="0"/>
              </a:spcAft>
              <a:buNone/>
              <a:defRPr sz="1700"/>
            </a:lvl2pPr>
            <a:lvl3pPr lvl="2" algn="ctr">
              <a:lnSpc>
                <a:spcPct val="115000"/>
              </a:lnSpc>
              <a:spcBef>
                <a:spcPts val="0"/>
              </a:spcBef>
              <a:spcAft>
                <a:spcPts val="0"/>
              </a:spcAft>
              <a:buNone/>
              <a:defRPr sz="1700"/>
            </a:lvl3pPr>
            <a:lvl4pPr lvl="3" algn="ctr">
              <a:lnSpc>
                <a:spcPct val="115000"/>
              </a:lnSpc>
              <a:spcBef>
                <a:spcPts val="0"/>
              </a:spcBef>
              <a:spcAft>
                <a:spcPts val="0"/>
              </a:spcAft>
              <a:buNone/>
              <a:defRPr sz="1700"/>
            </a:lvl4pPr>
            <a:lvl5pPr lvl="4" algn="ctr">
              <a:lnSpc>
                <a:spcPct val="115000"/>
              </a:lnSpc>
              <a:spcBef>
                <a:spcPts val="0"/>
              </a:spcBef>
              <a:spcAft>
                <a:spcPts val="0"/>
              </a:spcAft>
              <a:buNone/>
              <a:defRPr sz="1700"/>
            </a:lvl5pPr>
            <a:lvl6pPr lvl="5" algn="ctr">
              <a:lnSpc>
                <a:spcPct val="115000"/>
              </a:lnSpc>
              <a:spcBef>
                <a:spcPts val="0"/>
              </a:spcBef>
              <a:spcAft>
                <a:spcPts val="0"/>
              </a:spcAft>
              <a:buNone/>
              <a:defRPr sz="1700"/>
            </a:lvl6pPr>
            <a:lvl7pPr lvl="6" algn="ctr">
              <a:lnSpc>
                <a:spcPct val="115000"/>
              </a:lnSpc>
              <a:spcBef>
                <a:spcPts val="0"/>
              </a:spcBef>
              <a:spcAft>
                <a:spcPts val="0"/>
              </a:spcAft>
              <a:buNone/>
              <a:defRPr sz="1700"/>
            </a:lvl7pPr>
            <a:lvl8pPr lvl="7" algn="ctr">
              <a:lnSpc>
                <a:spcPct val="115000"/>
              </a:lnSpc>
              <a:spcBef>
                <a:spcPts val="0"/>
              </a:spcBef>
              <a:spcAft>
                <a:spcPts val="0"/>
              </a:spcAft>
              <a:buNone/>
              <a:defRPr sz="1700"/>
            </a:lvl8pPr>
            <a:lvl9pPr lvl="8" algn="ctr">
              <a:lnSpc>
                <a:spcPct val="115000"/>
              </a:lnSpc>
              <a:spcBef>
                <a:spcPts val="0"/>
              </a:spcBef>
              <a:spcAft>
                <a:spcPts val="0"/>
              </a:spcAft>
              <a:buNone/>
              <a:defRPr sz="1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1">
  <p:cSld name="BLANK_1_1_1_1_1_1_2_1">
    <p:spTree>
      <p:nvGrpSpPr>
        <p:cNvPr id="90" name="Shape 90"/>
        <p:cNvGrpSpPr/>
        <p:nvPr/>
      </p:nvGrpSpPr>
      <p:grpSpPr>
        <a:xfrm>
          <a:off x="0" y="0"/>
          <a:ext cx="0" cy="0"/>
          <a:chOff x="0" y="0"/>
          <a:chExt cx="0" cy="0"/>
        </a:xfrm>
      </p:grpSpPr>
      <p:sp>
        <p:nvSpPr>
          <p:cNvPr id="91" name="Google Shape;91;p19"/>
          <p:cNvSpPr/>
          <p:nvPr/>
        </p:nvSpPr>
        <p:spPr>
          <a:xfrm rot="-5400000">
            <a:off x="4127625" y="2902800"/>
            <a:ext cx="3093600" cy="13878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92" name="Google Shape;92;p19"/>
          <p:cNvSpPr/>
          <p:nvPr/>
        </p:nvSpPr>
        <p:spPr>
          <a:xfrm rot="-5400000">
            <a:off x="5515450" y="2902800"/>
            <a:ext cx="3093600" cy="13878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93" name="Google Shape;93;p19"/>
          <p:cNvSpPr/>
          <p:nvPr/>
        </p:nvSpPr>
        <p:spPr>
          <a:xfrm rot="-2220703">
            <a:off x="-226496" y="2528351"/>
            <a:ext cx="4023732" cy="1997707"/>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94" name="Google Shape;94;p19"/>
          <p:cNvSpPr/>
          <p:nvPr/>
        </p:nvSpPr>
        <p:spPr>
          <a:xfrm>
            <a:off x="7060250" y="0"/>
            <a:ext cx="2083800" cy="2086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95" name="Google Shape;95;p19"/>
          <p:cNvSpPr txBox="1"/>
          <p:nvPr>
            <p:ph type="title"/>
          </p:nvPr>
        </p:nvSpPr>
        <p:spPr>
          <a:xfrm>
            <a:off x="137160" y="228600"/>
            <a:ext cx="6480300" cy="1409400"/>
          </a:xfrm>
          <a:prstGeom prst="rect">
            <a:avLst/>
          </a:prstGeom>
        </p:spPr>
        <p:txBody>
          <a:bodyPr anchorCtr="0" anchor="t" bIns="91425" lIns="91425" spcFirstLastPara="1" rIns="91425" wrap="square" tIns="91425">
            <a:noAutofit/>
          </a:bodyPr>
          <a:lstStyle>
            <a:lvl1pPr lvl="0">
              <a:spcBef>
                <a:spcPts val="0"/>
              </a:spcBef>
              <a:spcAft>
                <a:spcPts val="0"/>
              </a:spcAft>
              <a:buNone/>
              <a:defRPr sz="3900"/>
            </a:lvl1pPr>
            <a:lvl2pPr lvl="1">
              <a:spcBef>
                <a:spcPts val="0"/>
              </a:spcBef>
              <a:spcAft>
                <a:spcPts val="0"/>
              </a:spcAft>
              <a:buNone/>
              <a:defRPr b="0" sz="3900">
                <a:latin typeface="Afacad Flux SemiBold"/>
                <a:ea typeface="Afacad Flux SemiBold"/>
                <a:cs typeface="Afacad Flux SemiBold"/>
                <a:sym typeface="Afacad Flux SemiBold"/>
              </a:defRPr>
            </a:lvl2pPr>
            <a:lvl3pPr lvl="2">
              <a:spcBef>
                <a:spcPts val="0"/>
              </a:spcBef>
              <a:spcAft>
                <a:spcPts val="0"/>
              </a:spcAft>
              <a:buNone/>
              <a:defRPr b="0" sz="3900">
                <a:latin typeface="Afacad Flux SemiBold"/>
                <a:ea typeface="Afacad Flux SemiBold"/>
                <a:cs typeface="Afacad Flux SemiBold"/>
                <a:sym typeface="Afacad Flux SemiBold"/>
              </a:defRPr>
            </a:lvl3pPr>
            <a:lvl4pPr lvl="3">
              <a:spcBef>
                <a:spcPts val="0"/>
              </a:spcBef>
              <a:spcAft>
                <a:spcPts val="0"/>
              </a:spcAft>
              <a:buNone/>
              <a:defRPr b="0" sz="3900">
                <a:latin typeface="Afacad Flux SemiBold"/>
                <a:ea typeface="Afacad Flux SemiBold"/>
                <a:cs typeface="Afacad Flux SemiBold"/>
                <a:sym typeface="Afacad Flux SemiBold"/>
              </a:defRPr>
            </a:lvl4pPr>
            <a:lvl5pPr lvl="4">
              <a:spcBef>
                <a:spcPts val="0"/>
              </a:spcBef>
              <a:spcAft>
                <a:spcPts val="0"/>
              </a:spcAft>
              <a:buNone/>
              <a:defRPr b="0" sz="3900">
                <a:latin typeface="Afacad Flux SemiBold"/>
                <a:ea typeface="Afacad Flux SemiBold"/>
                <a:cs typeface="Afacad Flux SemiBold"/>
                <a:sym typeface="Afacad Flux SemiBold"/>
              </a:defRPr>
            </a:lvl5pPr>
            <a:lvl6pPr lvl="5">
              <a:spcBef>
                <a:spcPts val="0"/>
              </a:spcBef>
              <a:spcAft>
                <a:spcPts val="0"/>
              </a:spcAft>
              <a:buNone/>
              <a:defRPr b="0" sz="3900">
                <a:latin typeface="Afacad Flux SemiBold"/>
                <a:ea typeface="Afacad Flux SemiBold"/>
                <a:cs typeface="Afacad Flux SemiBold"/>
                <a:sym typeface="Afacad Flux SemiBold"/>
              </a:defRPr>
            </a:lvl6pPr>
            <a:lvl7pPr lvl="6">
              <a:spcBef>
                <a:spcPts val="0"/>
              </a:spcBef>
              <a:spcAft>
                <a:spcPts val="0"/>
              </a:spcAft>
              <a:buNone/>
              <a:defRPr b="0" sz="3900">
                <a:latin typeface="Afacad Flux SemiBold"/>
                <a:ea typeface="Afacad Flux SemiBold"/>
                <a:cs typeface="Afacad Flux SemiBold"/>
                <a:sym typeface="Afacad Flux SemiBold"/>
              </a:defRPr>
            </a:lvl7pPr>
            <a:lvl8pPr lvl="7">
              <a:spcBef>
                <a:spcPts val="0"/>
              </a:spcBef>
              <a:spcAft>
                <a:spcPts val="0"/>
              </a:spcAft>
              <a:buNone/>
              <a:defRPr b="0" sz="3900">
                <a:latin typeface="Afacad Flux SemiBold"/>
                <a:ea typeface="Afacad Flux SemiBold"/>
                <a:cs typeface="Afacad Flux SemiBold"/>
                <a:sym typeface="Afacad Flux SemiBold"/>
              </a:defRPr>
            </a:lvl8pPr>
            <a:lvl9pPr lvl="8">
              <a:spcBef>
                <a:spcPts val="0"/>
              </a:spcBef>
              <a:spcAft>
                <a:spcPts val="0"/>
              </a:spcAft>
              <a:buNone/>
              <a:defRPr b="0" sz="3900">
                <a:latin typeface="Afacad Flux SemiBold"/>
                <a:ea typeface="Afacad Flux SemiBold"/>
                <a:cs typeface="Afacad Flux SemiBold"/>
                <a:sym typeface="Afacad Flux SemiBold"/>
              </a:defRPr>
            </a:lvl9pPr>
          </a:lstStyle>
          <a:p/>
        </p:txBody>
      </p:sp>
      <p:sp>
        <p:nvSpPr>
          <p:cNvPr id="96" name="Google Shape;96;p19"/>
          <p:cNvSpPr/>
          <p:nvPr/>
        </p:nvSpPr>
        <p:spPr>
          <a:xfrm rot="-5400000">
            <a:off x="2739800" y="2902800"/>
            <a:ext cx="3093600" cy="13878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97" name="Google Shape;97;p19"/>
          <p:cNvSpPr/>
          <p:nvPr/>
        </p:nvSpPr>
        <p:spPr>
          <a:xfrm rot="-5400000">
            <a:off x="6903275" y="2902800"/>
            <a:ext cx="3093600" cy="13878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a:solidFill>
                <a:schemeClr val="lt1"/>
              </a:solidFill>
              <a:latin typeface="Afacad Flux"/>
              <a:ea typeface="Afacad Flux"/>
              <a:cs typeface="Afacad Flux"/>
              <a:sym typeface="Afacad Flux"/>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ight cards">
  <p:cSld name="BLANK_1_1_1_1_1_1_2_1_1">
    <p:spTree>
      <p:nvGrpSpPr>
        <p:cNvPr id="98" name="Shape 98"/>
        <p:cNvGrpSpPr/>
        <p:nvPr/>
      </p:nvGrpSpPr>
      <p:grpSpPr>
        <a:xfrm>
          <a:off x="0" y="0"/>
          <a:ext cx="0" cy="0"/>
          <a:chOff x="0" y="0"/>
          <a:chExt cx="0" cy="0"/>
        </a:xfrm>
      </p:grpSpPr>
      <p:sp>
        <p:nvSpPr>
          <p:cNvPr id="99" name="Google Shape;99;p20"/>
          <p:cNvSpPr txBox="1"/>
          <p:nvPr>
            <p:ph type="title"/>
          </p:nvPr>
        </p:nvSpPr>
        <p:spPr>
          <a:xfrm>
            <a:off x="137150" y="228600"/>
            <a:ext cx="6480300" cy="818700"/>
          </a:xfrm>
          <a:prstGeom prst="rect">
            <a:avLst/>
          </a:prstGeom>
        </p:spPr>
        <p:txBody>
          <a:bodyPr anchorCtr="0" anchor="t" bIns="91425" lIns="91425" spcFirstLastPara="1" rIns="91425" wrap="square" tIns="91425">
            <a:noAutofit/>
          </a:bodyPr>
          <a:lstStyle>
            <a:lvl1pPr lvl="0">
              <a:spcBef>
                <a:spcPts val="0"/>
              </a:spcBef>
              <a:spcAft>
                <a:spcPts val="0"/>
              </a:spcAft>
              <a:buNone/>
              <a:defRPr sz="3900"/>
            </a:lvl1pPr>
            <a:lvl2pPr lvl="1">
              <a:spcBef>
                <a:spcPts val="0"/>
              </a:spcBef>
              <a:spcAft>
                <a:spcPts val="0"/>
              </a:spcAft>
              <a:buNone/>
              <a:defRPr b="0" sz="3900">
                <a:latin typeface="Afacad Flux SemiBold"/>
                <a:ea typeface="Afacad Flux SemiBold"/>
                <a:cs typeface="Afacad Flux SemiBold"/>
                <a:sym typeface="Afacad Flux SemiBold"/>
              </a:defRPr>
            </a:lvl2pPr>
            <a:lvl3pPr lvl="2">
              <a:spcBef>
                <a:spcPts val="0"/>
              </a:spcBef>
              <a:spcAft>
                <a:spcPts val="0"/>
              </a:spcAft>
              <a:buNone/>
              <a:defRPr b="0" sz="3900">
                <a:latin typeface="Afacad Flux SemiBold"/>
                <a:ea typeface="Afacad Flux SemiBold"/>
                <a:cs typeface="Afacad Flux SemiBold"/>
                <a:sym typeface="Afacad Flux SemiBold"/>
              </a:defRPr>
            </a:lvl3pPr>
            <a:lvl4pPr lvl="3">
              <a:spcBef>
                <a:spcPts val="0"/>
              </a:spcBef>
              <a:spcAft>
                <a:spcPts val="0"/>
              </a:spcAft>
              <a:buNone/>
              <a:defRPr b="0" sz="3900">
                <a:latin typeface="Afacad Flux SemiBold"/>
                <a:ea typeface="Afacad Flux SemiBold"/>
                <a:cs typeface="Afacad Flux SemiBold"/>
                <a:sym typeface="Afacad Flux SemiBold"/>
              </a:defRPr>
            </a:lvl4pPr>
            <a:lvl5pPr lvl="4">
              <a:spcBef>
                <a:spcPts val="0"/>
              </a:spcBef>
              <a:spcAft>
                <a:spcPts val="0"/>
              </a:spcAft>
              <a:buNone/>
              <a:defRPr b="0" sz="3900">
                <a:latin typeface="Afacad Flux SemiBold"/>
                <a:ea typeface="Afacad Flux SemiBold"/>
                <a:cs typeface="Afacad Flux SemiBold"/>
                <a:sym typeface="Afacad Flux SemiBold"/>
              </a:defRPr>
            </a:lvl5pPr>
            <a:lvl6pPr lvl="5">
              <a:spcBef>
                <a:spcPts val="0"/>
              </a:spcBef>
              <a:spcAft>
                <a:spcPts val="0"/>
              </a:spcAft>
              <a:buNone/>
              <a:defRPr b="0" sz="3900">
                <a:latin typeface="Afacad Flux SemiBold"/>
                <a:ea typeface="Afacad Flux SemiBold"/>
                <a:cs typeface="Afacad Flux SemiBold"/>
                <a:sym typeface="Afacad Flux SemiBold"/>
              </a:defRPr>
            </a:lvl6pPr>
            <a:lvl7pPr lvl="6">
              <a:spcBef>
                <a:spcPts val="0"/>
              </a:spcBef>
              <a:spcAft>
                <a:spcPts val="0"/>
              </a:spcAft>
              <a:buNone/>
              <a:defRPr b="0" sz="3900">
                <a:latin typeface="Afacad Flux SemiBold"/>
                <a:ea typeface="Afacad Flux SemiBold"/>
                <a:cs typeface="Afacad Flux SemiBold"/>
                <a:sym typeface="Afacad Flux SemiBold"/>
              </a:defRPr>
            </a:lvl7pPr>
            <a:lvl8pPr lvl="7">
              <a:spcBef>
                <a:spcPts val="0"/>
              </a:spcBef>
              <a:spcAft>
                <a:spcPts val="0"/>
              </a:spcAft>
              <a:buNone/>
              <a:defRPr b="0" sz="3900">
                <a:latin typeface="Afacad Flux SemiBold"/>
                <a:ea typeface="Afacad Flux SemiBold"/>
                <a:cs typeface="Afacad Flux SemiBold"/>
                <a:sym typeface="Afacad Flux SemiBold"/>
              </a:defRPr>
            </a:lvl8pPr>
            <a:lvl9pPr lvl="8">
              <a:spcBef>
                <a:spcPts val="0"/>
              </a:spcBef>
              <a:spcAft>
                <a:spcPts val="0"/>
              </a:spcAft>
              <a:buNone/>
              <a:defRPr b="0" sz="3900">
                <a:latin typeface="Afacad Flux SemiBold"/>
                <a:ea typeface="Afacad Flux SemiBold"/>
                <a:cs typeface="Afacad Flux SemiBold"/>
                <a:sym typeface="Afacad Flux SemiBold"/>
              </a:defRPr>
            </a:lvl9pPr>
          </a:lstStyle>
          <a:p/>
        </p:txBody>
      </p:sp>
      <p:sp>
        <p:nvSpPr>
          <p:cNvPr id="100" name="Google Shape;100;p20"/>
          <p:cNvSpPr txBox="1"/>
          <p:nvPr>
            <p:ph idx="1" type="subTitle"/>
          </p:nvPr>
        </p:nvSpPr>
        <p:spPr>
          <a:xfrm>
            <a:off x="432650" y="1604000"/>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1pPr>
            <a:lvl2pPr lvl="1">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2pPr>
            <a:lvl3pPr lvl="2">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3pPr>
            <a:lvl4pPr lvl="3">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4pPr>
            <a:lvl5pPr lvl="4">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5pPr>
            <a:lvl6pPr lvl="5">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6pPr>
            <a:lvl7pPr lvl="6">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7pPr>
            <a:lvl8pPr lvl="7">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8pPr>
            <a:lvl9pPr lvl="8">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9pPr>
          </a:lstStyle>
          <a:p/>
        </p:txBody>
      </p:sp>
      <p:sp>
        <p:nvSpPr>
          <p:cNvPr id="101" name="Google Shape;101;p20"/>
          <p:cNvSpPr txBox="1"/>
          <p:nvPr>
            <p:ph idx="2" type="body"/>
          </p:nvPr>
        </p:nvSpPr>
        <p:spPr>
          <a:xfrm>
            <a:off x="432650" y="1811750"/>
            <a:ext cx="1711800" cy="818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102" name="Google Shape;102;p20"/>
          <p:cNvSpPr txBox="1"/>
          <p:nvPr>
            <p:ph idx="3" type="subTitle"/>
          </p:nvPr>
        </p:nvSpPr>
        <p:spPr>
          <a:xfrm>
            <a:off x="438875" y="3449150"/>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1pPr>
            <a:lvl2pPr lvl="1">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2pPr>
            <a:lvl3pPr lvl="2">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3pPr>
            <a:lvl4pPr lvl="3">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4pPr>
            <a:lvl5pPr lvl="4">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5pPr>
            <a:lvl6pPr lvl="5">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6pPr>
            <a:lvl7pPr lvl="6">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7pPr>
            <a:lvl8pPr lvl="7">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8pPr>
            <a:lvl9pPr lvl="8">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9pPr>
          </a:lstStyle>
          <a:p/>
        </p:txBody>
      </p:sp>
      <p:sp>
        <p:nvSpPr>
          <p:cNvPr id="103" name="Google Shape;103;p20"/>
          <p:cNvSpPr txBox="1"/>
          <p:nvPr>
            <p:ph idx="4" type="body"/>
          </p:nvPr>
        </p:nvSpPr>
        <p:spPr>
          <a:xfrm>
            <a:off x="438875" y="3656900"/>
            <a:ext cx="1711800" cy="818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04" name="Google Shape;104;p20"/>
          <p:cNvSpPr txBox="1"/>
          <p:nvPr>
            <p:ph idx="5" type="subTitle"/>
          </p:nvPr>
        </p:nvSpPr>
        <p:spPr>
          <a:xfrm>
            <a:off x="2621613" y="1604000"/>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1pPr>
            <a:lvl2pPr lvl="1">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2pPr>
            <a:lvl3pPr lvl="2">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3pPr>
            <a:lvl4pPr lvl="3">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4pPr>
            <a:lvl5pPr lvl="4">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5pPr>
            <a:lvl6pPr lvl="5">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6pPr>
            <a:lvl7pPr lvl="6">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7pPr>
            <a:lvl8pPr lvl="7">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8pPr>
            <a:lvl9pPr lvl="8">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9pPr>
          </a:lstStyle>
          <a:p/>
        </p:txBody>
      </p:sp>
      <p:sp>
        <p:nvSpPr>
          <p:cNvPr id="105" name="Google Shape;105;p20"/>
          <p:cNvSpPr txBox="1"/>
          <p:nvPr>
            <p:ph idx="6" type="body"/>
          </p:nvPr>
        </p:nvSpPr>
        <p:spPr>
          <a:xfrm>
            <a:off x="2621613" y="1811750"/>
            <a:ext cx="1711800" cy="818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06" name="Google Shape;106;p20"/>
          <p:cNvSpPr txBox="1"/>
          <p:nvPr>
            <p:ph idx="7" type="subTitle"/>
          </p:nvPr>
        </p:nvSpPr>
        <p:spPr>
          <a:xfrm>
            <a:off x="2627850" y="3449150"/>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1pPr>
            <a:lvl2pPr lvl="1">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2pPr>
            <a:lvl3pPr lvl="2">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3pPr>
            <a:lvl4pPr lvl="3">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4pPr>
            <a:lvl5pPr lvl="4">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5pPr>
            <a:lvl6pPr lvl="5">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6pPr>
            <a:lvl7pPr lvl="6">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7pPr>
            <a:lvl8pPr lvl="7">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8pPr>
            <a:lvl9pPr lvl="8">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9pPr>
          </a:lstStyle>
          <a:p/>
        </p:txBody>
      </p:sp>
      <p:sp>
        <p:nvSpPr>
          <p:cNvPr id="107" name="Google Shape;107;p20"/>
          <p:cNvSpPr txBox="1"/>
          <p:nvPr>
            <p:ph idx="8" type="body"/>
          </p:nvPr>
        </p:nvSpPr>
        <p:spPr>
          <a:xfrm>
            <a:off x="2627850" y="3656900"/>
            <a:ext cx="1711800" cy="818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08" name="Google Shape;108;p20"/>
          <p:cNvSpPr txBox="1"/>
          <p:nvPr>
            <p:ph idx="9" type="subTitle"/>
          </p:nvPr>
        </p:nvSpPr>
        <p:spPr>
          <a:xfrm>
            <a:off x="4810588" y="1604000"/>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1pPr>
            <a:lvl2pPr lvl="1">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2pPr>
            <a:lvl3pPr lvl="2">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3pPr>
            <a:lvl4pPr lvl="3">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4pPr>
            <a:lvl5pPr lvl="4">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5pPr>
            <a:lvl6pPr lvl="5">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6pPr>
            <a:lvl7pPr lvl="6">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7pPr>
            <a:lvl8pPr lvl="7">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8pPr>
            <a:lvl9pPr lvl="8">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9pPr>
          </a:lstStyle>
          <a:p/>
        </p:txBody>
      </p:sp>
      <p:sp>
        <p:nvSpPr>
          <p:cNvPr id="109" name="Google Shape;109;p20"/>
          <p:cNvSpPr txBox="1"/>
          <p:nvPr>
            <p:ph idx="13" type="body"/>
          </p:nvPr>
        </p:nvSpPr>
        <p:spPr>
          <a:xfrm>
            <a:off x="4810588" y="1811750"/>
            <a:ext cx="1711800" cy="818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10" name="Google Shape;110;p20"/>
          <p:cNvSpPr txBox="1"/>
          <p:nvPr>
            <p:ph idx="14" type="subTitle"/>
          </p:nvPr>
        </p:nvSpPr>
        <p:spPr>
          <a:xfrm>
            <a:off x="4813700" y="3449150"/>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1pPr>
            <a:lvl2pPr lvl="1">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2pPr>
            <a:lvl3pPr lvl="2">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3pPr>
            <a:lvl4pPr lvl="3">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4pPr>
            <a:lvl5pPr lvl="4">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5pPr>
            <a:lvl6pPr lvl="5">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6pPr>
            <a:lvl7pPr lvl="6">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7pPr>
            <a:lvl8pPr lvl="7">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8pPr>
            <a:lvl9pPr lvl="8">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9pPr>
          </a:lstStyle>
          <a:p/>
        </p:txBody>
      </p:sp>
      <p:sp>
        <p:nvSpPr>
          <p:cNvPr id="111" name="Google Shape;111;p20"/>
          <p:cNvSpPr txBox="1"/>
          <p:nvPr>
            <p:ph idx="15" type="body"/>
          </p:nvPr>
        </p:nvSpPr>
        <p:spPr>
          <a:xfrm>
            <a:off x="4813700" y="3656900"/>
            <a:ext cx="1711800" cy="818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12" name="Google Shape;112;p20"/>
          <p:cNvSpPr txBox="1"/>
          <p:nvPr>
            <p:ph idx="16" type="subTitle"/>
          </p:nvPr>
        </p:nvSpPr>
        <p:spPr>
          <a:xfrm>
            <a:off x="6999550" y="1604000"/>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1pPr>
            <a:lvl2pPr lvl="1">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2pPr>
            <a:lvl3pPr lvl="2">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3pPr>
            <a:lvl4pPr lvl="3">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4pPr>
            <a:lvl5pPr lvl="4">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5pPr>
            <a:lvl6pPr lvl="5">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6pPr>
            <a:lvl7pPr lvl="6">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7pPr>
            <a:lvl8pPr lvl="7">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8pPr>
            <a:lvl9pPr lvl="8">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9pPr>
          </a:lstStyle>
          <a:p/>
        </p:txBody>
      </p:sp>
      <p:sp>
        <p:nvSpPr>
          <p:cNvPr id="113" name="Google Shape;113;p20"/>
          <p:cNvSpPr txBox="1"/>
          <p:nvPr>
            <p:ph idx="17" type="body"/>
          </p:nvPr>
        </p:nvSpPr>
        <p:spPr>
          <a:xfrm>
            <a:off x="6999550" y="1811750"/>
            <a:ext cx="1711800" cy="818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14" name="Google Shape;114;p20"/>
          <p:cNvSpPr txBox="1"/>
          <p:nvPr>
            <p:ph idx="18" type="subTitle"/>
          </p:nvPr>
        </p:nvSpPr>
        <p:spPr>
          <a:xfrm>
            <a:off x="7005800" y="3449150"/>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1pPr>
            <a:lvl2pPr lvl="1">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2pPr>
            <a:lvl3pPr lvl="2">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3pPr>
            <a:lvl4pPr lvl="3">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4pPr>
            <a:lvl5pPr lvl="4">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5pPr>
            <a:lvl6pPr lvl="5">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6pPr>
            <a:lvl7pPr lvl="6">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7pPr>
            <a:lvl8pPr lvl="7">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8pPr>
            <a:lvl9pPr lvl="8">
              <a:lnSpc>
                <a:spcPct val="90000"/>
              </a:lnSpc>
              <a:spcBef>
                <a:spcPts val="0"/>
              </a:spcBef>
              <a:spcAft>
                <a:spcPts val="0"/>
              </a:spcAft>
              <a:buSzPts val="1200"/>
              <a:buFont typeface="Afacad Flux SemiBold"/>
              <a:buNone/>
              <a:defRPr sz="1200">
                <a:latin typeface="Afacad Flux SemiBold"/>
                <a:ea typeface="Afacad Flux SemiBold"/>
                <a:cs typeface="Afacad Flux SemiBold"/>
                <a:sym typeface="Afacad Flux SemiBold"/>
              </a:defRPr>
            </a:lvl9pPr>
          </a:lstStyle>
          <a:p/>
        </p:txBody>
      </p:sp>
      <p:sp>
        <p:nvSpPr>
          <p:cNvPr id="115" name="Google Shape;115;p20"/>
          <p:cNvSpPr txBox="1"/>
          <p:nvPr>
            <p:ph idx="19" type="body"/>
          </p:nvPr>
        </p:nvSpPr>
        <p:spPr>
          <a:xfrm>
            <a:off x="7005800" y="3656900"/>
            <a:ext cx="1711800" cy="818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ith images">
  <p:cSld name="BLANK_1_1_1_1_1_1_2_1_1_1">
    <p:spTree>
      <p:nvGrpSpPr>
        <p:cNvPr id="116" name="Shape 116"/>
        <p:cNvGrpSpPr/>
        <p:nvPr/>
      </p:nvGrpSpPr>
      <p:grpSpPr>
        <a:xfrm>
          <a:off x="0" y="0"/>
          <a:ext cx="0" cy="0"/>
          <a:chOff x="0" y="0"/>
          <a:chExt cx="0" cy="0"/>
        </a:xfrm>
      </p:grpSpPr>
      <p:sp>
        <p:nvSpPr>
          <p:cNvPr id="117" name="Google Shape;117;p21"/>
          <p:cNvSpPr txBox="1"/>
          <p:nvPr>
            <p:ph type="title"/>
          </p:nvPr>
        </p:nvSpPr>
        <p:spPr>
          <a:xfrm>
            <a:off x="137150" y="228600"/>
            <a:ext cx="6480300" cy="818700"/>
          </a:xfrm>
          <a:prstGeom prst="rect">
            <a:avLst/>
          </a:prstGeom>
        </p:spPr>
        <p:txBody>
          <a:bodyPr anchorCtr="0" anchor="t" bIns="91425" lIns="91425" spcFirstLastPara="1" rIns="91425" wrap="square" tIns="91425">
            <a:noAutofit/>
          </a:bodyPr>
          <a:lstStyle>
            <a:lvl1pPr lvl="0">
              <a:spcBef>
                <a:spcPts val="0"/>
              </a:spcBef>
              <a:spcAft>
                <a:spcPts val="0"/>
              </a:spcAft>
              <a:buNone/>
              <a:defRPr sz="3900"/>
            </a:lvl1pPr>
            <a:lvl2pPr lvl="1">
              <a:spcBef>
                <a:spcPts val="0"/>
              </a:spcBef>
              <a:spcAft>
                <a:spcPts val="0"/>
              </a:spcAft>
              <a:buNone/>
              <a:defRPr b="0" sz="3900">
                <a:latin typeface="Afacad Flux SemiBold"/>
                <a:ea typeface="Afacad Flux SemiBold"/>
                <a:cs typeface="Afacad Flux SemiBold"/>
                <a:sym typeface="Afacad Flux SemiBold"/>
              </a:defRPr>
            </a:lvl2pPr>
            <a:lvl3pPr lvl="2">
              <a:spcBef>
                <a:spcPts val="0"/>
              </a:spcBef>
              <a:spcAft>
                <a:spcPts val="0"/>
              </a:spcAft>
              <a:buNone/>
              <a:defRPr b="0" sz="3900">
                <a:latin typeface="Afacad Flux SemiBold"/>
                <a:ea typeface="Afacad Flux SemiBold"/>
                <a:cs typeface="Afacad Flux SemiBold"/>
                <a:sym typeface="Afacad Flux SemiBold"/>
              </a:defRPr>
            </a:lvl3pPr>
            <a:lvl4pPr lvl="3">
              <a:spcBef>
                <a:spcPts val="0"/>
              </a:spcBef>
              <a:spcAft>
                <a:spcPts val="0"/>
              </a:spcAft>
              <a:buNone/>
              <a:defRPr b="0" sz="3900">
                <a:latin typeface="Afacad Flux SemiBold"/>
                <a:ea typeface="Afacad Flux SemiBold"/>
                <a:cs typeface="Afacad Flux SemiBold"/>
                <a:sym typeface="Afacad Flux SemiBold"/>
              </a:defRPr>
            </a:lvl4pPr>
            <a:lvl5pPr lvl="4">
              <a:spcBef>
                <a:spcPts val="0"/>
              </a:spcBef>
              <a:spcAft>
                <a:spcPts val="0"/>
              </a:spcAft>
              <a:buNone/>
              <a:defRPr b="0" sz="3900">
                <a:latin typeface="Afacad Flux SemiBold"/>
                <a:ea typeface="Afacad Flux SemiBold"/>
                <a:cs typeface="Afacad Flux SemiBold"/>
                <a:sym typeface="Afacad Flux SemiBold"/>
              </a:defRPr>
            </a:lvl5pPr>
            <a:lvl6pPr lvl="5">
              <a:spcBef>
                <a:spcPts val="0"/>
              </a:spcBef>
              <a:spcAft>
                <a:spcPts val="0"/>
              </a:spcAft>
              <a:buNone/>
              <a:defRPr b="0" sz="3900">
                <a:latin typeface="Afacad Flux SemiBold"/>
                <a:ea typeface="Afacad Flux SemiBold"/>
                <a:cs typeface="Afacad Flux SemiBold"/>
                <a:sym typeface="Afacad Flux SemiBold"/>
              </a:defRPr>
            </a:lvl6pPr>
            <a:lvl7pPr lvl="6">
              <a:spcBef>
                <a:spcPts val="0"/>
              </a:spcBef>
              <a:spcAft>
                <a:spcPts val="0"/>
              </a:spcAft>
              <a:buNone/>
              <a:defRPr b="0" sz="3900">
                <a:latin typeface="Afacad Flux SemiBold"/>
                <a:ea typeface="Afacad Flux SemiBold"/>
                <a:cs typeface="Afacad Flux SemiBold"/>
                <a:sym typeface="Afacad Flux SemiBold"/>
              </a:defRPr>
            </a:lvl7pPr>
            <a:lvl8pPr lvl="7">
              <a:spcBef>
                <a:spcPts val="0"/>
              </a:spcBef>
              <a:spcAft>
                <a:spcPts val="0"/>
              </a:spcAft>
              <a:buNone/>
              <a:defRPr b="0" sz="3900">
                <a:latin typeface="Afacad Flux SemiBold"/>
                <a:ea typeface="Afacad Flux SemiBold"/>
                <a:cs typeface="Afacad Flux SemiBold"/>
                <a:sym typeface="Afacad Flux SemiBold"/>
              </a:defRPr>
            </a:lvl8pPr>
            <a:lvl9pPr lvl="8">
              <a:spcBef>
                <a:spcPts val="0"/>
              </a:spcBef>
              <a:spcAft>
                <a:spcPts val="0"/>
              </a:spcAft>
              <a:buNone/>
              <a:defRPr b="0" sz="3900">
                <a:latin typeface="Afacad Flux SemiBold"/>
                <a:ea typeface="Afacad Flux SemiBold"/>
                <a:cs typeface="Afacad Flux SemiBold"/>
                <a:sym typeface="Afacad Flux SemiBold"/>
              </a:defRPr>
            </a:lvl9pPr>
          </a:lstStyle>
          <a:p/>
        </p:txBody>
      </p:sp>
      <p:sp>
        <p:nvSpPr>
          <p:cNvPr id="118" name="Google Shape;118;p21"/>
          <p:cNvSpPr txBox="1"/>
          <p:nvPr>
            <p:ph idx="1" type="subTitle"/>
          </p:nvPr>
        </p:nvSpPr>
        <p:spPr>
          <a:xfrm>
            <a:off x="438875" y="3276043"/>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1pPr>
            <a:lvl2pPr lvl="1">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
        <p:nvSpPr>
          <p:cNvPr id="119" name="Google Shape;119;p21"/>
          <p:cNvSpPr txBox="1"/>
          <p:nvPr>
            <p:ph idx="2" type="body"/>
          </p:nvPr>
        </p:nvSpPr>
        <p:spPr>
          <a:xfrm>
            <a:off x="438875" y="3656900"/>
            <a:ext cx="1711800" cy="663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20" name="Google Shape;120;p21"/>
          <p:cNvSpPr txBox="1"/>
          <p:nvPr>
            <p:ph idx="3" type="subTitle"/>
          </p:nvPr>
        </p:nvSpPr>
        <p:spPr>
          <a:xfrm>
            <a:off x="2630975" y="1803668"/>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1pPr>
            <a:lvl2pPr lvl="1">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
        <p:nvSpPr>
          <p:cNvPr id="121" name="Google Shape;121;p21"/>
          <p:cNvSpPr txBox="1"/>
          <p:nvPr>
            <p:ph idx="4" type="body"/>
          </p:nvPr>
        </p:nvSpPr>
        <p:spPr>
          <a:xfrm>
            <a:off x="2630975" y="2184525"/>
            <a:ext cx="1711800" cy="663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22" name="Google Shape;122;p21"/>
          <p:cNvSpPr txBox="1"/>
          <p:nvPr>
            <p:ph idx="5" type="subTitle"/>
          </p:nvPr>
        </p:nvSpPr>
        <p:spPr>
          <a:xfrm>
            <a:off x="4821925" y="3269293"/>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1pPr>
            <a:lvl2pPr lvl="1">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
        <p:nvSpPr>
          <p:cNvPr id="123" name="Google Shape;123;p21"/>
          <p:cNvSpPr txBox="1"/>
          <p:nvPr>
            <p:ph idx="6" type="body"/>
          </p:nvPr>
        </p:nvSpPr>
        <p:spPr>
          <a:xfrm>
            <a:off x="4821925" y="3650150"/>
            <a:ext cx="1711800" cy="663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24" name="Google Shape;124;p21"/>
          <p:cNvSpPr txBox="1"/>
          <p:nvPr>
            <p:ph idx="7" type="subTitle"/>
          </p:nvPr>
        </p:nvSpPr>
        <p:spPr>
          <a:xfrm>
            <a:off x="7015175" y="1803668"/>
            <a:ext cx="1711800" cy="160800"/>
          </a:xfrm>
          <a:prstGeom prst="rect">
            <a:avLst/>
          </a:prstGeom>
        </p:spPr>
        <p:txBody>
          <a:bodyPr anchorCtr="0" anchor="ctr" bIns="0" lIns="0" spcFirstLastPara="1" rIns="0" wrap="square" tIns="0">
            <a:spAutoFit/>
          </a:bodyPr>
          <a:lstStyle>
            <a:lvl1pPr lvl="0">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1pPr>
            <a:lvl2pPr lvl="1">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lnSpc>
                <a:spcPct val="9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
        <p:nvSpPr>
          <p:cNvPr id="125" name="Google Shape;125;p21"/>
          <p:cNvSpPr txBox="1"/>
          <p:nvPr>
            <p:ph idx="8" type="body"/>
          </p:nvPr>
        </p:nvSpPr>
        <p:spPr>
          <a:xfrm>
            <a:off x="7015175" y="2184525"/>
            <a:ext cx="1711800" cy="663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800"/>
              </a:spcBef>
              <a:spcAft>
                <a:spcPts val="0"/>
              </a:spcAft>
              <a:buClr>
                <a:schemeClr val="lt1"/>
              </a:buClr>
              <a:buSzPts val="1000"/>
              <a:buFont typeface="Afacad Flux"/>
              <a:buChar char="○"/>
              <a:defRPr sz="1000"/>
            </a:lvl2pPr>
            <a:lvl3pPr indent="-292100" lvl="2" marL="1371600">
              <a:spcBef>
                <a:spcPts val="800"/>
              </a:spcBef>
              <a:spcAft>
                <a:spcPts val="0"/>
              </a:spcAft>
              <a:buClr>
                <a:schemeClr val="lt1"/>
              </a:buClr>
              <a:buSzPts val="1000"/>
              <a:buFont typeface="Afacad Flux"/>
              <a:buChar char="■"/>
              <a:defRPr sz="1000"/>
            </a:lvl3pPr>
            <a:lvl4pPr indent="-292100" lvl="3" marL="1828800">
              <a:spcBef>
                <a:spcPts val="800"/>
              </a:spcBef>
              <a:spcAft>
                <a:spcPts val="0"/>
              </a:spcAft>
              <a:buClr>
                <a:schemeClr val="lt1"/>
              </a:buClr>
              <a:buSzPts val="1000"/>
              <a:buFont typeface="Afacad Flux"/>
              <a:buChar char="●"/>
              <a:defRPr sz="1000"/>
            </a:lvl4pPr>
            <a:lvl5pPr indent="-292100" lvl="4" marL="2286000">
              <a:spcBef>
                <a:spcPts val="800"/>
              </a:spcBef>
              <a:spcAft>
                <a:spcPts val="0"/>
              </a:spcAft>
              <a:buClr>
                <a:schemeClr val="lt1"/>
              </a:buClr>
              <a:buSzPts val="1000"/>
              <a:buFont typeface="Afacad Flux"/>
              <a:buChar char="○"/>
              <a:defRPr sz="1000"/>
            </a:lvl5pPr>
            <a:lvl6pPr indent="-292100" lvl="5" marL="2743200">
              <a:spcBef>
                <a:spcPts val="800"/>
              </a:spcBef>
              <a:spcAft>
                <a:spcPts val="0"/>
              </a:spcAft>
              <a:buClr>
                <a:schemeClr val="lt1"/>
              </a:buClr>
              <a:buSzPts val="1000"/>
              <a:buFont typeface="Afacad Flux"/>
              <a:buChar char="■"/>
              <a:defRPr sz="1000"/>
            </a:lvl6pPr>
            <a:lvl7pPr indent="-292100" lvl="6" marL="3200400">
              <a:spcBef>
                <a:spcPts val="800"/>
              </a:spcBef>
              <a:spcAft>
                <a:spcPts val="0"/>
              </a:spcAft>
              <a:buClr>
                <a:schemeClr val="lt1"/>
              </a:buClr>
              <a:buSzPts val="1000"/>
              <a:buFont typeface="Afacad Flux"/>
              <a:buChar char="●"/>
              <a:defRPr sz="1000"/>
            </a:lvl7pPr>
            <a:lvl8pPr indent="-292100" lvl="7" marL="3657600">
              <a:spcBef>
                <a:spcPts val="800"/>
              </a:spcBef>
              <a:spcAft>
                <a:spcPts val="0"/>
              </a:spcAft>
              <a:buClr>
                <a:schemeClr val="lt1"/>
              </a:buClr>
              <a:buSzPts val="1000"/>
              <a:buFont typeface="Afacad Flux"/>
              <a:buChar char="○"/>
              <a:defRPr sz="1000"/>
            </a:lvl8pPr>
            <a:lvl9pPr indent="-292100" lvl="8" marL="4114800">
              <a:spcBef>
                <a:spcPts val="800"/>
              </a:spcBef>
              <a:spcAft>
                <a:spcPts val="800"/>
              </a:spcAft>
              <a:buClr>
                <a:schemeClr val="lt1"/>
              </a:buClr>
              <a:buSzPts val="1000"/>
              <a:buFont typeface="Afacad Flux"/>
              <a:buChar char="■"/>
              <a:defRPr sz="1000"/>
            </a:lvl9pPr>
          </a:lstStyle>
          <a:p/>
        </p:txBody>
      </p:sp>
      <p:sp>
        <p:nvSpPr>
          <p:cNvPr id="126" name="Google Shape;126;p21"/>
          <p:cNvSpPr/>
          <p:nvPr>
            <p:ph idx="9" type="pic"/>
          </p:nvPr>
        </p:nvSpPr>
        <p:spPr>
          <a:xfrm>
            <a:off x="4618950" y="1116450"/>
            <a:ext cx="2085600" cy="1353300"/>
          </a:xfrm>
          <a:prstGeom prst="roundRect">
            <a:avLst>
              <a:gd fmla="val 50000" name="adj"/>
            </a:avLst>
          </a:prstGeom>
          <a:solidFill>
            <a:schemeClr val="dk2"/>
          </a:solidFill>
          <a:ln>
            <a:noFill/>
          </a:ln>
        </p:spPr>
      </p:sp>
      <p:sp>
        <p:nvSpPr>
          <p:cNvPr id="127" name="Google Shape;127;p21"/>
          <p:cNvSpPr/>
          <p:nvPr>
            <p:ph idx="13" type="pic"/>
          </p:nvPr>
        </p:nvSpPr>
        <p:spPr>
          <a:xfrm>
            <a:off x="243750" y="1116450"/>
            <a:ext cx="2085600" cy="1353300"/>
          </a:xfrm>
          <a:prstGeom prst="roundRect">
            <a:avLst>
              <a:gd fmla="val 50000" name="adj"/>
            </a:avLst>
          </a:prstGeom>
          <a:solidFill>
            <a:schemeClr val="dk2"/>
          </a:solidFill>
          <a:ln>
            <a:noFill/>
          </a:ln>
        </p:spPr>
      </p:sp>
      <p:sp>
        <p:nvSpPr>
          <p:cNvPr id="128" name="Google Shape;128;p21"/>
          <p:cNvSpPr/>
          <p:nvPr>
            <p:ph idx="14" type="pic"/>
          </p:nvPr>
        </p:nvSpPr>
        <p:spPr>
          <a:xfrm>
            <a:off x="2423725" y="3336138"/>
            <a:ext cx="2085600" cy="1353300"/>
          </a:xfrm>
          <a:prstGeom prst="roundRect">
            <a:avLst>
              <a:gd fmla="val 50000" name="adj"/>
            </a:avLst>
          </a:prstGeom>
          <a:solidFill>
            <a:schemeClr val="dk2"/>
          </a:solidFill>
          <a:ln>
            <a:noFill/>
          </a:ln>
        </p:spPr>
      </p:sp>
      <p:sp>
        <p:nvSpPr>
          <p:cNvPr id="129" name="Google Shape;129;p21"/>
          <p:cNvSpPr/>
          <p:nvPr>
            <p:ph idx="15" type="pic"/>
          </p:nvPr>
        </p:nvSpPr>
        <p:spPr>
          <a:xfrm>
            <a:off x="6802800" y="3336150"/>
            <a:ext cx="1984200" cy="1353300"/>
          </a:xfrm>
          <a:prstGeom prst="roundRect">
            <a:avLst>
              <a:gd fmla="val 50000" name="adj"/>
            </a:avLst>
          </a:prstGeom>
          <a:solidFill>
            <a:schemeClr val="dk2"/>
          </a:solidFill>
          <a:ln>
            <a:noFill/>
          </a:ln>
        </p:spPr>
      </p:sp>
    </p:spTree>
  </p:cSld>
  <p:clrMapOvr>
    <a:masterClrMapping/>
  </p:clrMapOvr>
  <p:extLst>
    <p:ext uri="{DCECCB84-F9BA-43D5-87BE-67443E8EF086}">
      <p15:sldGuideLst>
        <p15:guide id="1" orient="horz" pos="704">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ubbles">
  <p:cSld name="BLANK_1_1_1_1_1_1_1_1_1_2_1_1">
    <p:bg>
      <p:bgPr>
        <a:solidFill>
          <a:schemeClr val="dk2"/>
        </a:solidFill>
      </p:bgPr>
    </p:bg>
    <p:spTree>
      <p:nvGrpSpPr>
        <p:cNvPr id="130" name="Shape 130"/>
        <p:cNvGrpSpPr/>
        <p:nvPr/>
      </p:nvGrpSpPr>
      <p:grpSpPr>
        <a:xfrm>
          <a:off x="0" y="0"/>
          <a:ext cx="0" cy="0"/>
          <a:chOff x="0" y="0"/>
          <a:chExt cx="0" cy="0"/>
        </a:xfrm>
      </p:grpSpPr>
      <p:sp>
        <p:nvSpPr>
          <p:cNvPr id="131" name="Google Shape;131;p22"/>
          <p:cNvSpPr txBox="1"/>
          <p:nvPr>
            <p:ph idx="1" type="subTitle"/>
          </p:nvPr>
        </p:nvSpPr>
        <p:spPr>
          <a:xfrm>
            <a:off x="3375" y="79510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solidFill>
                  <a:schemeClr val="dk2"/>
                </a:solidFill>
              </a:defRPr>
            </a:lvl1pPr>
            <a:lvl2pPr lvl="1">
              <a:spcBef>
                <a:spcPts val="0"/>
              </a:spcBef>
              <a:spcAft>
                <a:spcPts val="0"/>
              </a:spcAft>
              <a:buClr>
                <a:schemeClr val="dk2"/>
              </a:buClr>
              <a:buSzPts val="1800"/>
              <a:buNone/>
              <a:defRPr>
                <a:solidFill>
                  <a:schemeClr val="dk2"/>
                </a:solidFill>
              </a:defRPr>
            </a:lvl2pPr>
            <a:lvl3pPr lvl="2">
              <a:spcBef>
                <a:spcPts val="0"/>
              </a:spcBef>
              <a:spcAft>
                <a:spcPts val="0"/>
              </a:spcAft>
              <a:buClr>
                <a:schemeClr val="dk2"/>
              </a:buClr>
              <a:buSzPts val="1800"/>
              <a:buNone/>
              <a:defRPr>
                <a:solidFill>
                  <a:schemeClr val="dk2"/>
                </a:solidFill>
              </a:defRPr>
            </a:lvl3pPr>
            <a:lvl4pPr lvl="3">
              <a:spcBef>
                <a:spcPts val="0"/>
              </a:spcBef>
              <a:spcAft>
                <a:spcPts val="0"/>
              </a:spcAft>
              <a:buClr>
                <a:schemeClr val="dk2"/>
              </a:buClr>
              <a:buSzPts val="1800"/>
              <a:buNone/>
              <a:defRPr>
                <a:solidFill>
                  <a:schemeClr val="dk2"/>
                </a:solidFill>
              </a:defRPr>
            </a:lvl4pPr>
            <a:lvl5pPr lvl="4">
              <a:spcBef>
                <a:spcPts val="0"/>
              </a:spcBef>
              <a:spcAft>
                <a:spcPts val="0"/>
              </a:spcAft>
              <a:buClr>
                <a:schemeClr val="dk2"/>
              </a:buClr>
              <a:buSzPts val="1800"/>
              <a:buNone/>
              <a:defRPr>
                <a:solidFill>
                  <a:schemeClr val="dk2"/>
                </a:solidFill>
              </a:defRPr>
            </a:lvl5pPr>
            <a:lvl6pPr lvl="5">
              <a:spcBef>
                <a:spcPts val="0"/>
              </a:spcBef>
              <a:spcAft>
                <a:spcPts val="0"/>
              </a:spcAft>
              <a:buClr>
                <a:schemeClr val="dk2"/>
              </a:buClr>
              <a:buSzPts val="1800"/>
              <a:buNone/>
              <a:defRPr>
                <a:solidFill>
                  <a:schemeClr val="dk2"/>
                </a:solidFill>
              </a:defRPr>
            </a:lvl6pPr>
            <a:lvl7pPr lvl="6">
              <a:spcBef>
                <a:spcPts val="0"/>
              </a:spcBef>
              <a:spcAft>
                <a:spcPts val="0"/>
              </a:spcAft>
              <a:buClr>
                <a:schemeClr val="dk2"/>
              </a:buClr>
              <a:buSzPts val="1800"/>
              <a:buNone/>
              <a:defRPr>
                <a:solidFill>
                  <a:schemeClr val="dk2"/>
                </a:solidFill>
              </a:defRPr>
            </a:lvl7pPr>
            <a:lvl8pPr lvl="7">
              <a:spcBef>
                <a:spcPts val="0"/>
              </a:spcBef>
              <a:spcAft>
                <a:spcPts val="0"/>
              </a:spcAft>
              <a:buClr>
                <a:schemeClr val="dk2"/>
              </a:buClr>
              <a:buSzPts val="1800"/>
              <a:buNone/>
              <a:defRPr>
                <a:solidFill>
                  <a:schemeClr val="dk2"/>
                </a:solidFill>
              </a:defRPr>
            </a:lvl8pPr>
            <a:lvl9pPr lvl="8">
              <a:spcBef>
                <a:spcPts val="0"/>
              </a:spcBef>
              <a:spcAft>
                <a:spcPts val="0"/>
              </a:spcAft>
              <a:buClr>
                <a:schemeClr val="dk2"/>
              </a:buClr>
              <a:buSzPts val="1800"/>
              <a:buNone/>
              <a:defRPr>
                <a:solidFill>
                  <a:schemeClr val="dk2"/>
                </a:solidFill>
              </a:defRPr>
            </a:lvl9pPr>
          </a:lstStyle>
          <a:p/>
        </p:txBody>
      </p:sp>
      <p:sp>
        <p:nvSpPr>
          <p:cNvPr id="132" name="Google Shape;132;p22"/>
          <p:cNvSpPr txBox="1"/>
          <p:nvPr>
            <p:ph idx="2" type="subTitle"/>
          </p:nvPr>
        </p:nvSpPr>
        <p:spPr>
          <a:xfrm>
            <a:off x="2967150" y="79510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3" name="Google Shape;133;p22"/>
          <p:cNvSpPr txBox="1"/>
          <p:nvPr>
            <p:ph idx="3" type="subTitle"/>
          </p:nvPr>
        </p:nvSpPr>
        <p:spPr>
          <a:xfrm>
            <a:off x="5836575" y="79510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4" name="Google Shape;134;p22"/>
          <p:cNvSpPr txBox="1"/>
          <p:nvPr>
            <p:ph idx="4" type="subTitle"/>
          </p:nvPr>
        </p:nvSpPr>
        <p:spPr>
          <a:xfrm>
            <a:off x="3600" y="227365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5" name="Google Shape;135;p22"/>
          <p:cNvSpPr txBox="1"/>
          <p:nvPr>
            <p:ph idx="5" type="subTitle"/>
          </p:nvPr>
        </p:nvSpPr>
        <p:spPr>
          <a:xfrm>
            <a:off x="2967375" y="227365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6" name="Google Shape;136;p22"/>
          <p:cNvSpPr txBox="1"/>
          <p:nvPr>
            <p:ph idx="6" type="subTitle"/>
          </p:nvPr>
        </p:nvSpPr>
        <p:spPr>
          <a:xfrm>
            <a:off x="5836800" y="227365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solidFill>
                  <a:schemeClr val="dk2"/>
                </a:solidFill>
              </a:defRPr>
            </a:lvl1pPr>
            <a:lvl2pPr lvl="1">
              <a:spcBef>
                <a:spcPts val="0"/>
              </a:spcBef>
              <a:spcAft>
                <a:spcPts val="0"/>
              </a:spcAft>
              <a:buClr>
                <a:schemeClr val="dk2"/>
              </a:buClr>
              <a:buSzPts val="1800"/>
              <a:buNone/>
              <a:defRPr>
                <a:solidFill>
                  <a:schemeClr val="dk2"/>
                </a:solidFill>
              </a:defRPr>
            </a:lvl2pPr>
            <a:lvl3pPr lvl="2">
              <a:spcBef>
                <a:spcPts val="0"/>
              </a:spcBef>
              <a:spcAft>
                <a:spcPts val="0"/>
              </a:spcAft>
              <a:buClr>
                <a:schemeClr val="dk2"/>
              </a:buClr>
              <a:buSzPts val="1800"/>
              <a:buNone/>
              <a:defRPr>
                <a:solidFill>
                  <a:schemeClr val="dk2"/>
                </a:solidFill>
              </a:defRPr>
            </a:lvl3pPr>
            <a:lvl4pPr lvl="3">
              <a:spcBef>
                <a:spcPts val="0"/>
              </a:spcBef>
              <a:spcAft>
                <a:spcPts val="0"/>
              </a:spcAft>
              <a:buClr>
                <a:schemeClr val="dk2"/>
              </a:buClr>
              <a:buSzPts val="1800"/>
              <a:buNone/>
              <a:defRPr>
                <a:solidFill>
                  <a:schemeClr val="dk2"/>
                </a:solidFill>
              </a:defRPr>
            </a:lvl4pPr>
            <a:lvl5pPr lvl="4">
              <a:spcBef>
                <a:spcPts val="0"/>
              </a:spcBef>
              <a:spcAft>
                <a:spcPts val="0"/>
              </a:spcAft>
              <a:buClr>
                <a:schemeClr val="dk2"/>
              </a:buClr>
              <a:buSzPts val="1800"/>
              <a:buNone/>
              <a:defRPr>
                <a:solidFill>
                  <a:schemeClr val="dk2"/>
                </a:solidFill>
              </a:defRPr>
            </a:lvl5pPr>
            <a:lvl6pPr lvl="5">
              <a:spcBef>
                <a:spcPts val="0"/>
              </a:spcBef>
              <a:spcAft>
                <a:spcPts val="0"/>
              </a:spcAft>
              <a:buClr>
                <a:schemeClr val="dk2"/>
              </a:buClr>
              <a:buSzPts val="1800"/>
              <a:buNone/>
              <a:defRPr>
                <a:solidFill>
                  <a:schemeClr val="dk2"/>
                </a:solidFill>
              </a:defRPr>
            </a:lvl6pPr>
            <a:lvl7pPr lvl="6">
              <a:spcBef>
                <a:spcPts val="0"/>
              </a:spcBef>
              <a:spcAft>
                <a:spcPts val="0"/>
              </a:spcAft>
              <a:buClr>
                <a:schemeClr val="dk2"/>
              </a:buClr>
              <a:buSzPts val="1800"/>
              <a:buNone/>
              <a:defRPr>
                <a:solidFill>
                  <a:schemeClr val="dk2"/>
                </a:solidFill>
              </a:defRPr>
            </a:lvl7pPr>
            <a:lvl8pPr lvl="7">
              <a:spcBef>
                <a:spcPts val="0"/>
              </a:spcBef>
              <a:spcAft>
                <a:spcPts val="0"/>
              </a:spcAft>
              <a:buClr>
                <a:schemeClr val="dk2"/>
              </a:buClr>
              <a:buSzPts val="1800"/>
              <a:buNone/>
              <a:defRPr>
                <a:solidFill>
                  <a:schemeClr val="dk2"/>
                </a:solidFill>
              </a:defRPr>
            </a:lvl8pPr>
            <a:lvl9pPr lvl="8">
              <a:spcBef>
                <a:spcPts val="0"/>
              </a:spcBef>
              <a:spcAft>
                <a:spcPts val="0"/>
              </a:spcAft>
              <a:buClr>
                <a:schemeClr val="dk2"/>
              </a:buClr>
              <a:buSzPts val="1800"/>
              <a:buNone/>
              <a:defRPr>
                <a:solidFill>
                  <a:schemeClr val="dk2"/>
                </a:solidFill>
              </a:defRPr>
            </a:lvl9pPr>
          </a:lstStyle>
          <a:p/>
        </p:txBody>
      </p:sp>
      <p:sp>
        <p:nvSpPr>
          <p:cNvPr id="137" name="Google Shape;137;p22"/>
          <p:cNvSpPr txBox="1"/>
          <p:nvPr>
            <p:ph idx="7" type="subTitle"/>
          </p:nvPr>
        </p:nvSpPr>
        <p:spPr>
          <a:xfrm>
            <a:off x="3600" y="376605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38" name="Google Shape;138;p22"/>
          <p:cNvSpPr txBox="1"/>
          <p:nvPr>
            <p:ph idx="8" type="subTitle"/>
          </p:nvPr>
        </p:nvSpPr>
        <p:spPr>
          <a:xfrm>
            <a:off x="2967375" y="376605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solidFill>
                  <a:schemeClr val="dk2"/>
                </a:solidFill>
              </a:defRPr>
            </a:lvl1pPr>
            <a:lvl2pPr lvl="1">
              <a:spcBef>
                <a:spcPts val="0"/>
              </a:spcBef>
              <a:spcAft>
                <a:spcPts val="0"/>
              </a:spcAft>
              <a:buClr>
                <a:schemeClr val="dk2"/>
              </a:buClr>
              <a:buSzPts val="1800"/>
              <a:buNone/>
              <a:defRPr>
                <a:solidFill>
                  <a:schemeClr val="dk2"/>
                </a:solidFill>
              </a:defRPr>
            </a:lvl2pPr>
            <a:lvl3pPr lvl="2">
              <a:spcBef>
                <a:spcPts val="0"/>
              </a:spcBef>
              <a:spcAft>
                <a:spcPts val="0"/>
              </a:spcAft>
              <a:buClr>
                <a:schemeClr val="dk2"/>
              </a:buClr>
              <a:buSzPts val="1800"/>
              <a:buNone/>
              <a:defRPr>
                <a:solidFill>
                  <a:schemeClr val="dk2"/>
                </a:solidFill>
              </a:defRPr>
            </a:lvl3pPr>
            <a:lvl4pPr lvl="3">
              <a:spcBef>
                <a:spcPts val="0"/>
              </a:spcBef>
              <a:spcAft>
                <a:spcPts val="0"/>
              </a:spcAft>
              <a:buClr>
                <a:schemeClr val="dk2"/>
              </a:buClr>
              <a:buSzPts val="1800"/>
              <a:buNone/>
              <a:defRPr>
                <a:solidFill>
                  <a:schemeClr val="dk2"/>
                </a:solidFill>
              </a:defRPr>
            </a:lvl4pPr>
            <a:lvl5pPr lvl="4">
              <a:spcBef>
                <a:spcPts val="0"/>
              </a:spcBef>
              <a:spcAft>
                <a:spcPts val="0"/>
              </a:spcAft>
              <a:buClr>
                <a:schemeClr val="dk2"/>
              </a:buClr>
              <a:buSzPts val="1800"/>
              <a:buNone/>
              <a:defRPr>
                <a:solidFill>
                  <a:schemeClr val="dk2"/>
                </a:solidFill>
              </a:defRPr>
            </a:lvl5pPr>
            <a:lvl6pPr lvl="5">
              <a:spcBef>
                <a:spcPts val="0"/>
              </a:spcBef>
              <a:spcAft>
                <a:spcPts val="0"/>
              </a:spcAft>
              <a:buClr>
                <a:schemeClr val="dk2"/>
              </a:buClr>
              <a:buSzPts val="1800"/>
              <a:buNone/>
              <a:defRPr>
                <a:solidFill>
                  <a:schemeClr val="dk2"/>
                </a:solidFill>
              </a:defRPr>
            </a:lvl6pPr>
            <a:lvl7pPr lvl="6">
              <a:spcBef>
                <a:spcPts val="0"/>
              </a:spcBef>
              <a:spcAft>
                <a:spcPts val="0"/>
              </a:spcAft>
              <a:buClr>
                <a:schemeClr val="dk2"/>
              </a:buClr>
              <a:buSzPts val="1800"/>
              <a:buNone/>
              <a:defRPr>
                <a:solidFill>
                  <a:schemeClr val="dk2"/>
                </a:solidFill>
              </a:defRPr>
            </a:lvl7pPr>
            <a:lvl8pPr lvl="7">
              <a:spcBef>
                <a:spcPts val="0"/>
              </a:spcBef>
              <a:spcAft>
                <a:spcPts val="0"/>
              </a:spcAft>
              <a:buClr>
                <a:schemeClr val="dk2"/>
              </a:buClr>
              <a:buSzPts val="1800"/>
              <a:buNone/>
              <a:defRPr>
                <a:solidFill>
                  <a:schemeClr val="dk2"/>
                </a:solidFill>
              </a:defRPr>
            </a:lvl8pPr>
            <a:lvl9pPr lvl="8">
              <a:spcBef>
                <a:spcPts val="0"/>
              </a:spcBef>
              <a:spcAft>
                <a:spcPts val="0"/>
              </a:spcAft>
              <a:buClr>
                <a:schemeClr val="dk2"/>
              </a:buClr>
              <a:buSzPts val="1800"/>
              <a:buNone/>
              <a:defRPr>
                <a:solidFill>
                  <a:schemeClr val="dk2"/>
                </a:solidFill>
              </a:defRPr>
            </a:lvl9pPr>
          </a:lstStyle>
          <a:p/>
        </p:txBody>
      </p:sp>
      <p:sp>
        <p:nvSpPr>
          <p:cNvPr id="139" name="Google Shape;139;p22"/>
          <p:cNvSpPr txBox="1"/>
          <p:nvPr>
            <p:ph idx="9" type="subTitle"/>
          </p:nvPr>
        </p:nvSpPr>
        <p:spPr>
          <a:xfrm>
            <a:off x="5836800" y="3766050"/>
            <a:ext cx="3303600" cy="452700"/>
          </a:xfrm>
          <a:prstGeom prst="rect">
            <a:avLst/>
          </a:prstGeom>
          <a:noFill/>
        </p:spPr>
        <p:txBody>
          <a:bodyPr anchorCtr="0" anchor="ctr" bIns="0" lIns="0" spcFirstLastPara="1" rIns="0" wrap="square" tIns="0">
            <a:spAutoFit/>
          </a:bodyPr>
          <a:lstStyle>
            <a:lvl1pPr lvl="0" algn="ctr">
              <a:lnSpc>
                <a:spcPct val="80000"/>
              </a:lnSpc>
              <a:spcBef>
                <a:spcPts val="0"/>
              </a:spcBef>
              <a:spcAft>
                <a:spcPts val="0"/>
              </a:spcAft>
              <a:buNone/>
              <a:defRPr sz="3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ALT 1">
  <p:cSld name="CUSTOM_3">
    <p:spTree>
      <p:nvGrpSpPr>
        <p:cNvPr id="140" name="Shape 140"/>
        <p:cNvGrpSpPr/>
        <p:nvPr/>
      </p:nvGrpSpPr>
      <p:grpSpPr>
        <a:xfrm>
          <a:off x="0" y="0"/>
          <a:ext cx="0" cy="0"/>
          <a:chOff x="0" y="0"/>
          <a:chExt cx="0" cy="0"/>
        </a:xfrm>
      </p:grpSpPr>
      <p:sp>
        <p:nvSpPr>
          <p:cNvPr id="141" name="Google Shape;141;p23"/>
          <p:cNvSpPr txBox="1"/>
          <p:nvPr>
            <p:ph type="title"/>
          </p:nvPr>
        </p:nvSpPr>
        <p:spPr>
          <a:xfrm>
            <a:off x="137160" y="228600"/>
            <a:ext cx="64803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142" name="Google Shape;142;p23"/>
          <p:cNvSpPr txBox="1"/>
          <p:nvPr>
            <p:ph idx="1" type="body"/>
          </p:nvPr>
        </p:nvSpPr>
        <p:spPr>
          <a:xfrm>
            <a:off x="4541200" y="3027628"/>
            <a:ext cx="2261700" cy="1292400"/>
          </a:xfrm>
          <a:prstGeom prst="rect">
            <a:avLst/>
          </a:prstGeom>
        </p:spPr>
        <p:txBody>
          <a:bodyPr anchorCtr="0" anchor="t" bIns="91425" lIns="0" spcFirstLastPara="1" rIns="9142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
        <p:nvSpPr>
          <p:cNvPr id="143" name="Google Shape;143;p23"/>
          <p:cNvSpPr txBox="1"/>
          <p:nvPr>
            <p:ph idx="2" type="subTitle"/>
          </p:nvPr>
        </p:nvSpPr>
        <p:spPr>
          <a:xfrm>
            <a:off x="4461225" y="2399875"/>
            <a:ext cx="2199900" cy="514200"/>
          </a:xfrm>
          <a:prstGeom prst="rect">
            <a:avLst/>
          </a:prstGeom>
        </p:spPr>
        <p:txBody>
          <a:bodyPr anchorCtr="0" anchor="ctr" bIns="91425" lIns="91425" spcFirstLastPara="1" rIns="91425" wrap="square" tIns="91425">
            <a:spAutoFit/>
          </a:bodyPr>
          <a:lstStyle>
            <a:lvl1pPr lvl="0">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1pPr>
            <a:lvl2pPr lvl="1">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
        <p:nvSpPr>
          <p:cNvPr id="144" name="Google Shape;144;p23"/>
          <p:cNvSpPr txBox="1"/>
          <p:nvPr>
            <p:ph idx="3" type="body"/>
          </p:nvPr>
        </p:nvSpPr>
        <p:spPr>
          <a:xfrm>
            <a:off x="529800" y="3788256"/>
            <a:ext cx="3230400" cy="895500"/>
          </a:xfrm>
          <a:prstGeom prst="rect">
            <a:avLst/>
          </a:prstGeom>
        </p:spPr>
        <p:txBody>
          <a:bodyPr anchorCtr="0" anchor="t" bIns="91425" lIns="0" spcFirstLastPara="1" rIns="0" wrap="square" tIns="0">
            <a:noAutofit/>
          </a:bodyPr>
          <a:lstStyle>
            <a:lvl1pPr indent="-304800" lvl="0" marL="457200">
              <a:spcBef>
                <a:spcPts val="0"/>
              </a:spcBef>
              <a:spcAft>
                <a:spcPts val="0"/>
              </a:spcAft>
              <a:buClr>
                <a:schemeClr val="lt1"/>
              </a:buClr>
              <a:buSzPts val="1200"/>
              <a:buFont typeface="Afacad Flux"/>
              <a:buChar char="●"/>
              <a:defRPr/>
            </a:lvl1pPr>
            <a:lvl2pPr indent="-304800" lvl="1" marL="914400">
              <a:spcBef>
                <a:spcPts val="0"/>
              </a:spcBef>
              <a:spcAft>
                <a:spcPts val="0"/>
              </a:spcAft>
              <a:buClr>
                <a:schemeClr val="lt1"/>
              </a:buClr>
              <a:buSzPts val="1200"/>
              <a:buFont typeface="Afacad Flux"/>
              <a:buChar char="○"/>
              <a:defRPr/>
            </a:lvl2pPr>
            <a:lvl3pPr indent="-304800" lvl="2" marL="1371600">
              <a:spcBef>
                <a:spcPts val="0"/>
              </a:spcBef>
              <a:spcAft>
                <a:spcPts val="0"/>
              </a:spcAft>
              <a:buClr>
                <a:schemeClr val="lt1"/>
              </a:buClr>
              <a:buSzPts val="1200"/>
              <a:buFont typeface="Afacad Flux"/>
              <a:buChar char="■"/>
              <a:defRPr/>
            </a:lvl3pPr>
            <a:lvl4pPr indent="-304800" lvl="3" marL="1828800">
              <a:spcBef>
                <a:spcPts val="0"/>
              </a:spcBef>
              <a:spcAft>
                <a:spcPts val="0"/>
              </a:spcAft>
              <a:buClr>
                <a:schemeClr val="lt1"/>
              </a:buClr>
              <a:buSzPts val="1200"/>
              <a:buFont typeface="Afacad Flux"/>
              <a:buChar char="●"/>
              <a:defRPr/>
            </a:lvl4pPr>
            <a:lvl5pPr indent="-304800" lvl="4" marL="2286000">
              <a:spcBef>
                <a:spcPts val="0"/>
              </a:spcBef>
              <a:spcAft>
                <a:spcPts val="0"/>
              </a:spcAft>
              <a:buClr>
                <a:schemeClr val="lt1"/>
              </a:buClr>
              <a:buSzPts val="1200"/>
              <a:buFont typeface="Afacad Flux"/>
              <a:buChar char="○"/>
              <a:defRPr/>
            </a:lvl5pPr>
            <a:lvl6pPr indent="-304800" lvl="5" marL="2743200">
              <a:spcBef>
                <a:spcPts val="0"/>
              </a:spcBef>
              <a:spcAft>
                <a:spcPts val="0"/>
              </a:spcAft>
              <a:buClr>
                <a:schemeClr val="lt1"/>
              </a:buClr>
              <a:buSzPts val="1200"/>
              <a:buFont typeface="Afacad Flux"/>
              <a:buChar char="■"/>
              <a:defRPr/>
            </a:lvl6pPr>
            <a:lvl7pPr indent="-304800" lvl="6" marL="3200400">
              <a:spcBef>
                <a:spcPts val="0"/>
              </a:spcBef>
              <a:spcAft>
                <a:spcPts val="0"/>
              </a:spcAft>
              <a:buClr>
                <a:schemeClr val="lt1"/>
              </a:buClr>
              <a:buSzPts val="1200"/>
              <a:buFont typeface="Afacad Flux"/>
              <a:buChar char="●"/>
              <a:defRPr/>
            </a:lvl7pPr>
            <a:lvl8pPr indent="-304800" lvl="7" marL="3657600">
              <a:spcBef>
                <a:spcPts val="0"/>
              </a:spcBef>
              <a:spcAft>
                <a:spcPts val="0"/>
              </a:spcAft>
              <a:buClr>
                <a:schemeClr val="lt1"/>
              </a:buClr>
              <a:buSzPts val="1200"/>
              <a:buFont typeface="Afacad Flux"/>
              <a:buChar char="○"/>
              <a:defRPr/>
            </a:lvl8pPr>
            <a:lvl9pPr indent="-304800" lvl="8" marL="4114800">
              <a:spcBef>
                <a:spcPts val="0"/>
              </a:spcBef>
              <a:spcAft>
                <a:spcPts val="0"/>
              </a:spcAft>
              <a:buClr>
                <a:schemeClr val="lt1"/>
              </a:buClr>
              <a:buSzPts val="1200"/>
              <a:buFont typeface="Afacad Flux"/>
              <a:buChar char="■"/>
              <a:defRPr/>
            </a:lvl9pPr>
          </a:lstStyle>
          <a:p/>
        </p:txBody>
      </p:sp>
      <p:sp>
        <p:nvSpPr>
          <p:cNvPr id="145" name="Google Shape;145;p23"/>
          <p:cNvSpPr txBox="1"/>
          <p:nvPr>
            <p:ph idx="4" type="subTitle"/>
          </p:nvPr>
        </p:nvSpPr>
        <p:spPr>
          <a:xfrm>
            <a:off x="529800" y="3340283"/>
            <a:ext cx="3153000" cy="290100"/>
          </a:xfrm>
          <a:prstGeom prst="rect">
            <a:avLst/>
          </a:prstGeom>
        </p:spPr>
        <p:txBody>
          <a:bodyPr anchorCtr="0" anchor="ctr" bIns="91425" lIns="0" spcFirstLastPara="1" rIns="0" wrap="square" tIns="0">
            <a:spAutoFit/>
          </a:bodyPr>
          <a:lstStyle>
            <a:lvl1pPr lvl="0">
              <a:spcBef>
                <a:spcPts val="0"/>
              </a:spcBef>
              <a:spcAft>
                <a:spcPts val="0"/>
              </a:spcAft>
              <a:buSzPts val="1800"/>
              <a:buFont typeface="Afacad Flux SemiBold"/>
              <a:buNone/>
              <a:defRPr>
                <a:latin typeface="Afacad Flux SemiBold"/>
                <a:ea typeface="Afacad Flux SemiBold"/>
                <a:cs typeface="Afacad Flux SemiBold"/>
                <a:sym typeface="Afacad Flux SemiBold"/>
              </a:defRPr>
            </a:lvl1pPr>
            <a:lvl2pPr lvl="1">
              <a:spcBef>
                <a:spcPts val="0"/>
              </a:spcBef>
              <a:spcAft>
                <a:spcPts val="0"/>
              </a:spcAft>
              <a:buSzPts val="1800"/>
              <a:buFont typeface="Afacad Flux SemiBold"/>
              <a:buNone/>
              <a:defRPr>
                <a:latin typeface="Afacad Flux SemiBold"/>
                <a:ea typeface="Afacad Flux SemiBold"/>
                <a:cs typeface="Afacad Flux SemiBold"/>
                <a:sym typeface="Afacad Flux SemiBold"/>
              </a:defRPr>
            </a:lvl2pPr>
            <a:lvl3pPr lvl="2">
              <a:spcBef>
                <a:spcPts val="0"/>
              </a:spcBef>
              <a:spcAft>
                <a:spcPts val="0"/>
              </a:spcAft>
              <a:buSzPts val="1800"/>
              <a:buFont typeface="Afacad Flux SemiBold"/>
              <a:buNone/>
              <a:defRPr>
                <a:latin typeface="Afacad Flux SemiBold"/>
                <a:ea typeface="Afacad Flux SemiBold"/>
                <a:cs typeface="Afacad Flux SemiBold"/>
                <a:sym typeface="Afacad Flux SemiBold"/>
              </a:defRPr>
            </a:lvl3pPr>
            <a:lvl4pPr lvl="3">
              <a:spcBef>
                <a:spcPts val="0"/>
              </a:spcBef>
              <a:spcAft>
                <a:spcPts val="0"/>
              </a:spcAft>
              <a:buSzPts val="1800"/>
              <a:buFont typeface="Afacad Flux SemiBold"/>
              <a:buNone/>
              <a:defRPr>
                <a:latin typeface="Afacad Flux SemiBold"/>
                <a:ea typeface="Afacad Flux SemiBold"/>
                <a:cs typeface="Afacad Flux SemiBold"/>
                <a:sym typeface="Afacad Flux SemiBold"/>
              </a:defRPr>
            </a:lvl4pPr>
            <a:lvl5pPr lvl="4">
              <a:spcBef>
                <a:spcPts val="0"/>
              </a:spcBef>
              <a:spcAft>
                <a:spcPts val="0"/>
              </a:spcAft>
              <a:buSzPts val="1800"/>
              <a:buFont typeface="Afacad Flux SemiBold"/>
              <a:buNone/>
              <a:defRPr>
                <a:latin typeface="Afacad Flux SemiBold"/>
                <a:ea typeface="Afacad Flux SemiBold"/>
                <a:cs typeface="Afacad Flux SemiBold"/>
                <a:sym typeface="Afacad Flux SemiBold"/>
              </a:defRPr>
            </a:lvl5pPr>
            <a:lvl6pPr lvl="5">
              <a:spcBef>
                <a:spcPts val="0"/>
              </a:spcBef>
              <a:spcAft>
                <a:spcPts val="0"/>
              </a:spcAft>
              <a:buSzPts val="1800"/>
              <a:buFont typeface="Afacad Flux SemiBold"/>
              <a:buNone/>
              <a:defRPr>
                <a:latin typeface="Afacad Flux SemiBold"/>
                <a:ea typeface="Afacad Flux SemiBold"/>
                <a:cs typeface="Afacad Flux SemiBold"/>
                <a:sym typeface="Afacad Flux SemiBold"/>
              </a:defRPr>
            </a:lvl6pPr>
            <a:lvl7pPr lvl="6">
              <a:spcBef>
                <a:spcPts val="0"/>
              </a:spcBef>
              <a:spcAft>
                <a:spcPts val="0"/>
              </a:spcAft>
              <a:buSzPts val="1800"/>
              <a:buFont typeface="Afacad Flux SemiBold"/>
              <a:buNone/>
              <a:defRPr>
                <a:latin typeface="Afacad Flux SemiBold"/>
                <a:ea typeface="Afacad Flux SemiBold"/>
                <a:cs typeface="Afacad Flux SemiBold"/>
                <a:sym typeface="Afacad Flux SemiBold"/>
              </a:defRPr>
            </a:lvl7pPr>
            <a:lvl8pPr lvl="7">
              <a:spcBef>
                <a:spcPts val="0"/>
              </a:spcBef>
              <a:spcAft>
                <a:spcPts val="0"/>
              </a:spcAft>
              <a:buSzPts val="1800"/>
              <a:buFont typeface="Afacad Flux SemiBold"/>
              <a:buNone/>
              <a:defRPr>
                <a:latin typeface="Afacad Flux SemiBold"/>
                <a:ea typeface="Afacad Flux SemiBold"/>
                <a:cs typeface="Afacad Flux SemiBold"/>
                <a:sym typeface="Afacad Flux SemiBold"/>
              </a:defRPr>
            </a:lvl8pPr>
            <a:lvl9pPr lvl="8">
              <a:spcBef>
                <a:spcPts val="0"/>
              </a:spcBef>
              <a:spcAft>
                <a:spcPts val="0"/>
              </a:spcAft>
              <a:buSzPts val="1800"/>
              <a:buFont typeface="Afacad Flux SemiBold"/>
              <a:buNone/>
              <a:defRPr>
                <a:latin typeface="Afacad Flux SemiBold"/>
                <a:ea typeface="Afacad Flux SemiBold"/>
                <a:cs typeface="Afacad Flux SemiBold"/>
                <a:sym typeface="Afacad Flux SemiBold"/>
              </a:defRPr>
            </a:lvl9pPr>
          </a:lstStyle>
          <a:p/>
        </p:txBody>
      </p:sp>
      <p:sp>
        <p:nvSpPr>
          <p:cNvPr id="146" name="Google Shape;146;p23"/>
          <p:cNvSpPr/>
          <p:nvPr>
            <p:ph idx="5" type="pic"/>
          </p:nvPr>
        </p:nvSpPr>
        <p:spPr>
          <a:xfrm>
            <a:off x="246888" y="1112076"/>
            <a:ext cx="3819900" cy="1802100"/>
          </a:xfrm>
          <a:prstGeom prst="roundRect">
            <a:avLst>
              <a:gd fmla="val 19372" name="adj"/>
            </a:avLst>
          </a:prstGeom>
          <a:solidFill>
            <a:schemeClr val="dk2"/>
          </a:solidFill>
          <a:ln>
            <a:noFill/>
          </a:ln>
        </p:spPr>
      </p:sp>
      <p:sp>
        <p:nvSpPr>
          <p:cNvPr id="147" name="Google Shape;147;p23"/>
          <p:cNvSpPr/>
          <p:nvPr>
            <p:ph idx="6" type="pic"/>
          </p:nvPr>
        </p:nvSpPr>
        <p:spPr>
          <a:xfrm>
            <a:off x="7184100" y="1112075"/>
            <a:ext cx="1731300" cy="3571800"/>
          </a:xfrm>
          <a:prstGeom prst="roundRect">
            <a:avLst>
              <a:gd fmla="val 18739" name="adj"/>
            </a:avLst>
          </a:prstGeom>
          <a:solidFill>
            <a:schemeClr val="dk2"/>
          </a:solidFill>
          <a:ln>
            <a:noFill/>
          </a:ln>
        </p:spPr>
      </p:sp>
    </p:spTree>
  </p:cSld>
  <p:clrMapOvr>
    <a:masterClrMapping/>
  </p:clrMapOvr>
  <p:extLst>
    <p:ext uri="{DCECCB84-F9BA-43D5-87BE-67443E8EF086}">
      <p15:sldGuideLst>
        <p15:guide id="1" orient="horz" pos="108">
          <p15:clr>
            <a:srgbClr val="E46962"/>
          </p15:clr>
        </p15:guide>
        <p15:guide id="2" pos="33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_1_1_1_1_1_1_1_1_1_1_1_1_1_1_1_1_1_1_2">
    <p:spTree>
      <p:nvGrpSpPr>
        <p:cNvPr id="148" name="Shape 148"/>
        <p:cNvGrpSpPr/>
        <p:nvPr/>
      </p:nvGrpSpPr>
      <p:grpSpPr>
        <a:xfrm>
          <a:off x="0" y="0"/>
          <a:ext cx="0" cy="0"/>
          <a:chOff x="0" y="0"/>
          <a:chExt cx="0" cy="0"/>
        </a:xfrm>
      </p:grpSpPr>
      <p:sp>
        <p:nvSpPr>
          <p:cNvPr id="149" name="Google Shape;149;p24"/>
          <p:cNvSpPr/>
          <p:nvPr>
            <p:ph idx="2" type="pic"/>
          </p:nvPr>
        </p:nvSpPr>
        <p:spPr>
          <a:xfrm>
            <a:off x="0" y="0"/>
            <a:ext cx="9144000" cy="5143500"/>
          </a:xfrm>
          <a:prstGeom prst="roundRect">
            <a:avLst>
              <a:gd fmla="val 0" name="adj"/>
            </a:avLst>
          </a:prstGeom>
          <a:solidFill>
            <a:schemeClr val="dk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ALT 3">
  <p:cSld name="BLANK_1_1_1_1_1_1_1_1_1_1_1_1_1_1_1_1_1_1_1_1_1_1">
    <p:spTree>
      <p:nvGrpSpPr>
        <p:cNvPr id="150" name="Shape 150"/>
        <p:cNvGrpSpPr/>
        <p:nvPr/>
      </p:nvGrpSpPr>
      <p:grpSpPr>
        <a:xfrm>
          <a:off x="0" y="0"/>
          <a:ext cx="0" cy="0"/>
          <a:chOff x="0" y="0"/>
          <a:chExt cx="0" cy="0"/>
        </a:xfrm>
      </p:grpSpPr>
      <p:sp>
        <p:nvSpPr>
          <p:cNvPr id="151" name="Google Shape;151;p25"/>
          <p:cNvSpPr txBox="1"/>
          <p:nvPr>
            <p:ph type="title"/>
          </p:nvPr>
        </p:nvSpPr>
        <p:spPr>
          <a:xfrm>
            <a:off x="137160" y="228600"/>
            <a:ext cx="64803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152" name="Google Shape;152;p25"/>
          <p:cNvSpPr/>
          <p:nvPr>
            <p:ph idx="2" type="pic"/>
          </p:nvPr>
        </p:nvSpPr>
        <p:spPr>
          <a:xfrm>
            <a:off x="228700" y="1186575"/>
            <a:ext cx="1655100" cy="1659600"/>
          </a:xfrm>
          <a:prstGeom prst="teardrop">
            <a:avLst>
              <a:gd fmla="val 100000" name="adj"/>
            </a:avLst>
          </a:prstGeom>
          <a:solidFill>
            <a:schemeClr val="dk2"/>
          </a:solidFill>
          <a:ln>
            <a:noFill/>
          </a:ln>
        </p:spPr>
      </p:sp>
      <p:sp>
        <p:nvSpPr>
          <p:cNvPr id="153" name="Google Shape;153;p25"/>
          <p:cNvSpPr/>
          <p:nvPr>
            <p:ph idx="3" type="pic"/>
          </p:nvPr>
        </p:nvSpPr>
        <p:spPr>
          <a:xfrm>
            <a:off x="228600" y="3022029"/>
            <a:ext cx="1655100" cy="1659600"/>
          </a:xfrm>
          <a:prstGeom prst="roundRect">
            <a:avLst>
              <a:gd fmla="val 12203" name="adj"/>
            </a:avLst>
          </a:prstGeom>
          <a:solidFill>
            <a:schemeClr val="dk2"/>
          </a:solidFill>
          <a:ln>
            <a:noFill/>
          </a:ln>
        </p:spPr>
      </p:sp>
      <p:sp>
        <p:nvSpPr>
          <p:cNvPr id="154" name="Google Shape;154;p25"/>
          <p:cNvSpPr/>
          <p:nvPr>
            <p:ph idx="4" type="pic"/>
          </p:nvPr>
        </p:nvSpPr>
        <p:spPr>
          <a:xfrm>
            <a:off x="2040400" y="1186575"/>
            <a:ext cx="1568400" cy="3495000"/>
          </a:xfrm>
          <a:prstGeom prst="roundRect">
            <a:avLst>
              <a:gd fmla="val 50000" name="adj"/>
            </a:avLst>
          </a:prstGeom>
          <a:solidFill>
            <a:schemeClr val="dk2"/>
          </a:solidFill>
          <a:ln>
            <a:noFill/>
          </a:ln>
        </p:spPr>
      </p:sp>
      <p:sp>
        <p:nvSpPr>
          <p:cNvPr id="155" name="Google Shape;155;p25"/>
          <p:cNvSpPr/>
          <p:nvPr>
            <p:ph idx="5" type="pic"/>
          </p:nvPr>
        </p:nvSpPr>
        <p:spPr>
          <a:xfrm>
            <a:off x="3759350" y="1186575"/>
            <a:ext cx="3437100" cy="3495000"/>
          </a:xfrm>
          <a:prstGeom prst="roundRect">
            <a:avLst>
              <a:gd fmla="val 12203" name="adj"/>
            </a:avLst>
          </a:prstGeom>
          <a:solidFill>
            <a:schemeClr val="dk2"/>
          </a:solidFill>
          <a:ln>
            <a:noFill/>
          </a:ln>
        </p:spPr>
      </p:sp>
      <p:sp>
        <p:nvSpPr>
          <p:cNvPr id="156" name="Google Shape;156;p25"/>
          <p:cNvSpPr/>
          <p:nvPr>
            <p:ph idx="6" type="pic"/>
          </p:nvPr>
        </p:nvSpPr>
        <p:spPr>
          <a:xfrm>
            <a:off x="7347000" y="1186575"/>
            <a:ext cx="1568400" cy="3495000"/>
          </a:xfrm>
          <a:prstGeom prst="roundRect">
            <a:avLst>
              <a:gd fmla="val 50000" name="adj"/>
            </a:avLst>
          </a:prstGeom>
          <a:solidFill>
            <a:schemeClr val="dk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LT 2">
  <p:cSld name="CUSTOM_7_1_1_1_1_1_1_1_1_1_1_1_1_1_1_1_1_3_2_1">
    <p:spTree>
      <p:nvGrpSpPr>
        <p:cNvPr id="157" name="Shape 157"/>
        <p:cNvGrpSpPr/>
        <p:nvPr/>
      </p:nvGrpSpPr>
      <p:grpSpPr>
        <a:xfrm>
          <a:off x="0" y="0"/>
          <a:ext cx="0" cy="0"/>
          <a:chOff x="0" y="0"/>
          <a:chExt cx="0" cy="0"/>
        </a:xfrm>
      </p:grpSpPr>
      <p:sp>
        <p:nvSpPr>
          <p:cNvPr id="158" name="Google Shape;158;p26"/>
          <p:cNvSpPr txBox="1"/>
          <p:nvPr>
            <p:ph type="title"/>
          </p:nvPr>
        </p:nvSpPr>
        <p:spPr>
          <a:xfrm>
            <a:off x="137154" y="228600"/>
            <a:ext cx="3682200" cy="587700"/>
          </a:xfrm>
          <a:prstGeom prst="rect">
            <a:avLst/>
          </a:prstGeom>
        </p:spPr>
        <p:txBody>
          <a:bodyPr anchorCtr="0" anchor="t" bIns="91425" lIns="91425" spcFirstLastPara="1" rIns="91425" wrap="square" tIns="91425">
            <a:noAutofit/>
          </a:bodyPr>
          <a:lstStyle>
            <a:lvl1pPr lvl="0">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159" name="Google Shape;159;p26"/>
          <p:cNvSpPr txBox="1"/>
          <p:nvPr>
            <p:ph idx="1" type="body"/>
          </p:nvPr>
        </p:nvSpPr>
        <p:spPr>
          <a:xfrm>
            <a:off x="246925" y="2825125"/>
            <a:ext cx="3776100" cy="1858500"/>
          </a:xfrm>
          <a:prstGeom prst="rect">
            <a:avLst/>
          </a:prstGeom>
        </p:spPr>
        <p:txBody>
          <a:bodyPr anchorCtr="0" anchor="t" bIns="182875" lIns="182875" spcFirstLastPara="1" rIns="182875" wrap="square" tIns="182875">
            <a:spAutoFit/>
          </a:bodyPr>
          <a:lstStyle>
            <a:lvl1pPr indent="-292100" lvl="0" marL="457200">
              <a:lnSpc>
                <a:spcPct val="115000"/>
              </a:lnSpc>
              <a:spcBef>
                <a:spcPts val="0"/>
              </a:spcBef>
              <a:spcAft>
                <a:spcPts val="0"/>
              </a:spcAft>
              <a:buClr>
                <a:schemeClr val="lt1"/>
              </a:buClr>
              <a:buSzPts val="1000"/>
              <a:buFont typeface="Afacad Flux"/>
              <a:buChar char="●"/>
              <a:defRPr sz="1000"/>
            </a:lvl1pPr>
            <a:lvl2pPr indent="-292100" lvl="1" marL="914400">
              <a:lnSpc>
                <a:spcPct val="115000"/>
              </a:lnSpc>
              <a:spcBef>
                <a:spcPts val="0"/>
              </a:spcBef>
              <a:spcAft>
                <a:spcPts val="0"/>
              </a:spcAft>
              <a:buClr>
                <a:schemeClr val="lt1"/>
              </a:buClr>
              <a:buSzPts val="1000"/>
              <a:buFont typeface="Afacad Flux"/>
              <a:buChar char="○"/>
              <a:defRPr sz="1000"/>
            </a:lvl2pPr>
            <a:lvl3pPr indent="-292100" lvl="2" marL="1371600">
              <a:lnSpc>
                <a:spcPct val="115000"/>
              </a:lnSpc>
              <a:spcBef>
                <a:spcPts val="0"/>
              </a:spcBef>
              <a:spcAft>
                <a:spcPts val="0"/>
              </a:spcAft>
              <a:buClr>
                <a:schemeClr val="lt1"/>
              </a:buClr>
              <a:buSzPts val="1000"/>
              <a:buFont typeface="Afacad Flux"/>
              <a:buChar char="■"/>
              <a:defRPr sz="1000"/>
            </a:lvl3pPr>
            <a:lvl4pPr indent="-292100" lvl="3" marL="1828800">
              <a:lnSpc>
                <a:spcPct val="115000"/>
              </a:lnSpc>
              <a:spcBef>
                <a:spcPts val="0"/>
              </a:spcBef>
              <a:spcAft>
                <a:spcPts val="0"/>
              </a:spcAft>
              <a:buClr>
                <a:schemeClr val="lt1"/>
              </a:buClr>
              <a:buSzPts val="1000"/>
              <a:buFont typeface="Afacad Flux"/>
              <a:buChar char="●"/>
              <a:defRPr sz="1000"/>
            </a:lvl4pPr>
            <a:lvl5pPr indent="-292100" lvl="4" marL="2286000">
              <a:lnSpc>
                <a:spcPct val="115000"/>
              </a:lnSpc>
              <a:spcBef>
                <a:spcPts val="0"/>
              </a:spcBef>
              <a:spcAft>
                <a:spcPts val="0"/>
              </a:spcAft>
              <a:buClr>
                <a:schemeClr val="lt1"/>
              </a:buClr>
              <a:buSzPts val="1000"/>
              <a:buFont typeface="Afacad Flux"/>
              <a:buChar char="○"/>
              <a:defRPr sz="1000"/>
            </a:lvl5pPr>
            <a:lvl6pPr indent="-292100" lvl="5" marL="2743200">
              <a:lnSpc>
                <a:spcPct val="115000"/>
              </a:lnSpc>
              <a:spcBef>
                <a:spcPts val="0"/>
              </a:spcBef>
              <a:spcAft>
                <a:spcPts val="0"/>
              </a:spcAft>
              <a:buClr>
                <a:schemeClr val="lt1"/>
              </a:buClr>
              <a:buSzPts val="1000"/>
              <a:buFont typeface="Afacad Flux"/>
              <a:buChar char="■"/>
              <a:defRPr sz="1000"/>
            </a:lvl6pPr>
            <a:lvl7pPr indent="-292100" lvl="6" marL="3200400">
              <a:lnSpc>
                <a:spcPct val="115000"/>
              </a:lnSpc>
              <a:spcBef>
                <a:spcPts val="0"/>
              </a:spcBef>
              <a:spcAft>
                <a:spcPts val="0"/>
              </a:spcAft>
              <a:buClr>
                <a:schemeClr val="lt1"/>
              </a:buClr>
              <a:buSzPts val="1000"/>
              <a:buFont typeface="Afacad Flux"/>
              <a:buChar char="●"/>
              <a:defRPr sz="1000"/>
            </a:lvl7pPr>
            <a:lvl8pPr indent="-292100" lvl="7" marL="3657600">
              <a:lnSpc>
                <a:spcPct val="115000"/>
              </a:lnSpc>
              <a:spcBef>
                <a:spcPts val="0"/>
              </a:spcBef>
              <a:spcAft>
                <a:spcPts val="0"/>
              </a:spcAft>
              <a:buClr>
                <a:schemeClr val="lt1"/>
              </a:buClr>
              <a:buSzPts val="1000"/>
              <a:buFont typeface="Afacad Flux"/>
              <a:buChar char="○"/>
              <a:defRPr sz="1000"/>
            </a:lvl8pPr>
            <a:lvl9pPr indent="-292100" lvl="8" marL="4114800">
              <a:lnSpc>
                <a:spcPct val="115000"/>
              </a:lnSpc>
              <a:spcBef>
                <a:spcPts val="0"/>
              </a:spcBef>
              <a:spcAft>
                <a:spcPts val="0"/>
              </a:spcAft>
              <a:buClr>
                <a:schemeClr val="lt1"/>
              </a:buClr>
              <a:buSzPts val="1000"/>
              <a:buFont typeface="Afacad Flux"/>
              <a:buChar char="■"/>
              <a:defRPr sz="1000"/>
            </a:lvl9pPr>
          </a:lstStyle>
          <a:p/>
        </p:txBody>
      </p:sp>
      <p:sp>
        <p:nvSpPr>
          <p:cNvPr id="160" name="Google Shape;160;p26"/>
          <p:cNvSpPr txBox="1"/>
          <p:nvPr>
            <p:ph idx="2" type="title"/>
          </p:nvPr>
        </p:nvSpPr>
        <p:spPr>
          <a:xfrm>
            <a:off x="246925" y="2400600"/>
            <a:ext cx="1356000" cy="32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1200">
                <a:latin typeface="Afacad Flux Medium"/>
                <a:ea typeface="Afacad Flux Medium"/>
                <a:cs typeface="Afacad Flux Medium"/>
                <a:sym typeface="Afacad Flux Medium"/>
              </a:defRPr>
            </a:lvl1pPr>
            <a:lvl2pPr lvl="1">
              <a:lnSpc>
                <a:spcPct val="90000"/>
              </a:lnSpc>
              <a:spcBef>
                <a:spcPts val="200"/>
              </a:spcBef>
              <a:spcAft>
                <a:spcPts val="0"/>
              </a:spcAft>
              <a:buNone/>
              <a:defRPr sz="1200">
                <a:latin typeface="Afacad Flux SemiBold"/>
                <a:ea typeface="Afacad Flux SemiBold"/>
                <a:cs typeface="Afacad Flux SemiBold"/>
                <a:sym typeface="Afacad Flux SemiBold"/>
              </a:defRPr>
            </a:lvl2pPr>
            <a:lvl3pPr lvl="2">
              <a:lnSpc>
                <a:spcPct val="90000"/>
              </a:lnSpc>
              <a:spcBef>
                <a:spcPts val="200"/>
              </a:spcBef>
              <a:spcAft>
                <a:spcPts val="0"/>
              </a:spcAft>
              <a:buNone/>
              <a:defRPr sz="1200">
                <a:latin typeface="Afacad Flux SemiBold"/>
                <a:ea typeface="Afacad Flux SemiBold"/>
                <a:cs typeface="Afacad Flux SemiBold"/>
                <a:sym typeface="Afacad Flux SemiBold"/>
              </a:defRPr>
            </a:lvl3pPr>
            <a:lvl4pPr lvl="3">
              <a:lnSpc>
                <a:spcPct val="90000"/>
              </a:lnSpc>
              <a:spcBef>
                <a:spcPts val="200"/>
              </a:spcBef>
              <a:spcAft>
                <a:spcPts val="0"/>
              </a:spcAft>
              <a:buNone/>
              <a:defRPr sz="1200">
                <a:latin typeface="Afacad Flux SemiBold"/>
                <a:ea typeface="Afacad Flux SemiBold"/>
                <a:cs typeface="Afacad Flux SemiBold"/>
                <a:sym typeface="Afacad Flux SemiBold"/>
              </a:defRPr>
            </a:lvl4pPr>
            <a:lvl5pPr lvl="4">
              <a:lnSpc>
                <a:spcPct val="90000"/>
              </a:lnSpc>
              <a:spcBef>
                <a:spcPts val="200"/>
              </a:spcBef>
              <a:spcAft>
                <a:spcPts val="0"/>
              </a:spcAft>
              <a:buNone/>
              <a:defRPr sz="1200">
                <a:latin typeface="Afacad Flux SemiBold"/>
                <a:ea typeface="Afacad Flux SemiBold"/>
                <a:cs typeface="Afacad Flux SemiBold"/>
                <a:sym typeface="Afacad Flux SemiBold"/>
              </a:defRPr>
            </a:lvl5pPr>
            <a:lvl6pPr lvl="5">
              <a:lnSpc>
                <a:spcPct val="90000"/>
              </a:lnSpc>
              <a:spcBef>
                <a:spcPts val="200"/>
              </a:spcBef>
              <a:spcAft>
                <a:spcPts val="0"/>
              </a:spcAft>
              <a:buNone/>
              <a:defRPr sz="1200">
                <a:latin typeface="Afacad Flux SemiBold"/>
                <a:ea typeface="Afacad Flux SemiBold"/>
                <a:cs typeface="Afacad Flux SemiBold"/>
                <a:sym typeface="Afacad Flux SemiBold"/>
              </a:defRPr>
            </a:lvl6pPr>
            <a:lvl7pPr lvl="6">
              <a:lnSpc>
                <a:spcPct val="90000"/>
              </a:lnSpc>
              <a:spcBef>
                <a:spcPts val="200"/>
              </a:spcBef>
              <a:spcAft>
                <a:spcPts val="0"/>
              </a:spcAft>
              <a:buNone/>
              <a:defRPr sz="1200">
                <a:latin typeface="Afacad Flux SemiBold"/>
                <a:ea typeface="Afacad Flux SemiBold"/>
                <a:cs typeface="Afacad Flux SemiBold"/>
                <a:sym typeface="Afacad Flux SemiBold"/>
              </a:defRPr>
            </a:lvl7pPr>
            <a:lvl8pPr lvl="7">
              <a:lnSpc>
                <a:spcPct val="90000"/>
              </a:lnSpc>
              <a:spcBef>
                <a:spcPts val="200"/>
              </a:spcBef>
              <a:spcAft>
                <a:spcPts val="0"/>
              </a:spcAft>
              <a:buNone/>
              <a:defRPr sz="1200">
                <a:latin typeface="Afacad Flux SemiBold"/>
                <a:ea typeface="Afacad Flux SemiBold"/>
                <a:cs typeface="Afacad Flux SemiBold"/>
                <a:sym typeface="Afacad Flux SemiBold"/>
              </a:defRPr>
            </a:lvl8pPr>
            <a:lvl9pPr lvl="8">
              <a:lnSpc>
                <a:spcPct val="90000"/>
              </a:lnSpc>
              <a:spcBef>
                <a:spcPts val="200"/>
              </a:spcBef>
              <a:spcAft>
                <a:spcPts val="200"/>
              </a:spcAft>
              <a:buNone/>
              <a:defRPr sz="1200">
                <a:latin typeface="Afacad Flux SemiBold"/>
                <a:ea typeface="Afacad Flux SemiBold"/>
                <a:cs typeface="Afacad Flux SemiBold"/>
                <a:sym typeface="Afacad Flux SemiBold"/>
              </a:defRPr>
            </a:lvl9pPr>
          </a:lstStyle>
          <a:p/>
        </p:txBody>
      </p:sp>
      <p:sp>
        <p:nvSpPr>
          <p:cNvPr id="161" name="Google Shape;161;p26"/>
          <p:cNvSpPr txBox="1"/>
          <p:nvPr>
            <p:ph idx="3" type="title"/>
          </p:nvPr>
        </p:nvSpPr>
        <p:spPr>
          <a:xfrm>
            <a:off x="1637425" y="2400600"/>
            <a:ext cx="1053900" cy="32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1200">
                <a:latin typeface="Afacad Flux Medium"/>
                <a:ea typeface="Afacad Flux Medium"/>
                <a:cs typeface="Afacad Flux Medium"/>
                <a:sym typeface="Afacad Flux Medium"/>
              </a:defRPr>
            </a:lvl1pPr>
            <a:lvl2pPr lvl="1">
              <a:lnSpc>
                <a:spcPct val="90000"/>
              </a:lnSpc>
              <a:spcBef>
                <a:spcPts val="200"/>
              </a:spcBef>
              <a:spcAft>
                <a:spcPts val="0"/>
              </a:spcAft>
              <a:buNone/>
              <a:defRPr sz="1200">
                <a:latin typeface="Afacad Flux SemiBold"/>
                <a:ea typeface="Afacad Flux SemiBold"/>
                <a:cs typeface="Afacad Flux SemiBold"/>
                <a:sym typeface="Afacad Flux SemiBold"/>
              </a:defRPr>
            </a:lvl2pPr>
            <a:lvl3pPr lvl="2">
              <a:lnSpc>
                <a:spcPct val="90000"/>
              </a:lnSpc>
              <a:spcBef>
                <a:spcPts val="200"/>
              </a:spcBef>
              <a:spcAft>
                <a:spcPts val="0"/>
              </a:spcAft>
              <a:buNone/>
              <a:defRPr sz="1200">
                <a:latin typeface="Afacad Flux SemiBold"/>
                <a:ea typeface="Afacad Flux SemiBold"/>
                <a:cs typeface="Afacad Flux SemiBold"/>
                <a:sym typeface="Afacad Flux SemiBold"/>
              </a:defRPr>
            </a:lvl3pPr>
            <a:lvl4pPr lvl="3">
              <a:lnSpc>
                <a:spcPct val="90000"/>
              </a:lnSpc>
              <a:spcBef>
                <a:spcPts val="200"/>
              </a:spcBef>
              <a:spcAft>
                <a:spcPts val="0"/>
              </a:spcAft>
              <a:buNone/>
              <a:defRPr sz="1200">
                <a:latin typeface="Afacad Flux SemiBold"/>
                <a:ea typeface="Afacad Flux SemiBold"/>
                <a:cs typeface="Afacad Flux SemiBold"/>
                <a:sym typeface="Afacad Flux SemiBold"/>
              </a:defRPr>
            </a:lvl4pPr>
            <a:lvl5pPr lvl="4">
              <a:lnSpc>
                <a:spcPct val="90000"/>
              </a:lnSpc>
              <a:spcBef>
                <a:spcPts val="200"/>
              </a:spcBef>
              <a:spcAft>
                <a:spcPts val="0"/>
              </a:spcAft>
              <a:buNone/>
              <a:defRPr sz="1200">
                <a:latin typeface="Afacad Flux SemiBold"/>
                <a:ea typeface="Afacad Flux SemiBold"/>
                <a:cs typeface="Afacad Flux SemiBold"/>
                <a:sym typeface="Afacad Flux SemiBold"/>
              </a:defRPr>
            </a:lvl5pPr>
            <a:lvl6pPr lvl="5">
              <a:lnSpc>
                <a:spcPct val="90000"/>
              </a:lnSpc>
              <a:spcBef>
                <a:spcPts val="200"/>
              </a:spcBef>
              <a:spcAft>
                <a:spcPts val="0"/>
              </a:spcAft>
              <a:buNone/>
              <a:defRPr sz="1200">
                <a:latin typeface="Afacad Flux SemiBold"/>
                <a:ea typeface="Afacad Flux SemiBold"/>
                <a:cs typeface="Afacad Flux SemiBold"/>
                <a:sym typeface="Afacad Flux SemiBold"/>
              </a:defRPr>
            </a:lvl6pPr>
            <a:lvl7pPr lvl="6">
              <a:lnSpc>
                <a:spcPct val="90000"/>
              </a:lnSpc>
              <a:spcBef>
                <a:spcPts val="200"/>
              </a:spcBef>
              <a:spcAft>
                <a:spcPts val="0"/>
              </a:spcAft>
              <a:buNone/>
              <a:defRPr sz="1200">
                <a:latin typeface="Afacad Flux SemiBold"/>
                <a:ea typeface="Afacad Flux SemiBold"/>
                <a:cs typeface="Afacad Flux SemiBold"/>
                <a:sym typeface="Afacad Flux SemiBold"/>
              </a:defRPr>
            </a:lvl7pPr>
            <a:lvl8pPr lvl="7">
              <a:lnSpc>
                <a:spcPct val="90000"/>
              </a:lnSpc>
              <a:spcBef>
                <a:spcPts val="200"/>
              </a:spcBef>
              <a:spcAft>
                <a:spcPts val="0"/>
              </a:spcAft>
              <a:buNone/>
              <a:defRPr sz="1200">
                <a:latin typeface="Afacad Flux SemiBold"/>
                <a:ea typeface="Afacad Flux SemiBold"/>
                <a:cs typeface="Afacad Flux SemiBold"/>
                <a:sym typeface="Afacad Flux SemiBold"/>
              </a:defRPr>
            </a:lvl8pPr>
            <a:lvl9pPr lvl="8">
              <a:lnSpc>
                <a:spcPct val="90000"/>
              </a:lnSpc>
              <a:spcBef>
                <a:spcPts val="200"/>
              </a:spcBef>
              <a:spcAft>
                <a:spcPts val="200"/>
              </a:spcAft>
              <a:buNone/>
              <a:defRPr sz="1200">
                <a:latin typeface="Afacad Flux SemiBold"/>
                <a:ea typeface="Afacad Flux SemiBold"/>
                <a:cs typeface="Afacad Flux SemiBold"/>
                <a:sym typeface="Afacad Flux SemiBold"/>
              </a:defRPr>
            </a:lvl9pPr>
          </a:lstStyle>
          <a:p/>
        </p:txBody>
      </p:sp>
      <p:sp>
        <p:nvSpPr>
          <p:cNvPr id="162" name="Google Shape;162;p26"/>
          <p:cNvSpPr/>
          <p:nvPr>
            <p:ph idx="4" type="pic"/>
          </p:nvPr>
        </p:nvSpPr>
        <p:spPr>
          <a:xfrm>
            <a:off x="4618950" y="457200"/>
            <a:ext cx="4296600" cy="4226400"/>
          </a:xfrm>
          <a:prstGeom prst="roundRect">
            <a:avLst>
              <a:gd fmla="val 12203" name="adj"/>
            </a:avLst>
          </a:prstGeom>
          <a:solidFill>
            <a:schemeClr val="dk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CUSTOM_7_1_1_1_1_1_1_1_1_1_1_1_1_1_1_1_1_3_1">
    <p:spTree>
      <p:nvGrpSpPr>
        <p:cNvPr id="163" name="Shape 163"/>
        <p:cNvGrpSpPr/>
        <p:nvPr/>
      </p:nvGrpSpPr>
      <p:grpSpPr>
        <a:xfrm>
          <a:off x="0" y="0"/>
          <a:ext cx="0" cy="0"/>
          <a:chOff x="0" y="0"/>
          <a:chExt cx="0" cy="0"/>
        </a:xfrm>
      </p:grpSpPr>
      <p:sp>
        <p:nvSpPr>
          <p:cNvPr id="164" name="Google Shape;164;p27"/>
          <p:cNvSpPr txBox="1"/>
          <p:nvPr>
            <p:ph type="title"/>
          </p:nvPr>
        </p:nvSpPr>
        <p:spPr>
          <a:xfrm>
            <a:off x="137154" y="228600"/>
            <a:ext cx="3682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165" name="Google Shape;165;p27"/>
          <p:cNvSpPr txBox="1"/>
          <p:nvPr>
            <p:ph idx="1" type="body"/>
          </p:nvPr>
        </p:nvSpPr>
        <p:spPr>
          <a:xfrm>
            <a:off x="228600" y="2363125"/>
            <a:ext cx="3388200" cy="23205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Afacad Flux"/>
              <a:buChar char="●"/>
              <a:defRPr/>
            </a:lvl1pPr>
            <a:lvl2pPr indent="-304800" lvl="1" marL="914400">
              <a:lnSpc>
                <a:spcPct val="115000"/>
              </a:lnSpc>
              <a:spcBef>
                <a:spcPts val="0"/>
              </a:spcBef>
              <a:spcAft>
                <a:spcPts val="0"/>
              </a:spcAft>
              <a:buClr>
                <a:schemeClr val="lt1"/>
              </a:buClr>
              <a:buSzPts val="1200"/>
              <a:buFont typeface="Afacad Flux"/>
              <a:buChar char="○"/>
              <a:defRPr/>
            </a:lvl2pPr>
            <a:lvl3pPr indent="-304800" lvl="2" marL="1371600">
              <a:lnSpc>
                <a:spcPct val="115000"/>
              </a:lnSpc>
              <a:spcBef>
                <a:spcPts val="0"/>
              </a:spcBef>
              <a:spcAft>
                <a:spcPts val="0"/>
              </a:spcAft>
              <a:buClr>
                <a:schemeClr val="lt1"/>
              </a:buClr>
              <a:buSzPts val="1200"/>
              <a:buFont typeface="Afacad Flux"/>
              <a:buChar char="■"/>
              <a:defRPr/>
            </a:lvl3pPr>
            <a:lvl4pPr indent="-304800" lvl="3" marL="1828800">
              <a:lnSpc>
                <a:spcPct val="115000"/>
              </a:lnSpc>
              <a:spcBef>
                <a:spcPts val="0"/>
              </a:spcBef>
              <a:spcAft>
                <a:spcPts val="0"/>
              </a:spcAft>
              <a:buClr>
                <a:schemeClr val="lt1"/>
              </a:buClr>
              <a:buSzPts val="1200"/>
              <a:buFont typeface="Afacad Flux"/>
              <a:buChar char="●"/>
              <a:defRPr/>
            </a:lvl4pPr>
            <a:lvl5pPr indent="-304800" lvl="4" marL="2286000">
              <a:lnSpc>
                <a:spcPct val="115000"/>
              </a:lnSpc>
              <a:spcBef>
                <a:spcPts val="0"/>
              </a:spcBef>
              <a:spcAft>
                <a:spcPts val="0"/>
              </a:spcAft>
              <a:buClr>
                <a:schemeClr val="lt1"/>
              </a:buClr>
              <a:buSzPts val="1200"/>
              <a:buFont typeface="Afacad Flux"/>
              <a:buChar char="○"/>
              <a:defRPr/>
            </a:lvl5pPr>
            <a:lvl6pPr indent="-304800" lvl="5" marL="2743200">
              <a:lnSpc>
                <a:spcPct val="115000"/>
              </a:lnSpc>
              <a:spcBef>
                <a:spcPts val="0"/>
              </a:spcBef>
              <a:spcAft>
                <a:spcPts val="0"/>
              </a:spcAft>
              <a:buClr>
                <a:schemeClr val="lt1"/>
              </a:buClr>
              <a:buSzPts val="1200"/>
              <a:buFont typeface="Afacad Flux"/>
              <a:buChar char="■"/>
              <a:defRPr/>
            </a:lvl6pPr>
            <a:lvl7pPr indent="-304800" lvl="6" marL="3200400">
              <a:lnSpc>
                <a:spcPct val="115000"/>
              </a:lnSpc>
              <a:spcBef>
                <a:spcPts val="0"/>
              </a:spcBef>
              <a:spcAft>
                <a:spcPts val="0"/>
              </a:spcAft>
              <a:buClr>
                <a:schemeClr val="lt1"/>
              </a:buClr>
              <a:buSzPts val="1200"/>
              <a:buFont typeface="Afacad Flux"/>
              <a:buChar char="●"/>
              <a:defRPr/>
            </a:lvl7pPr>
            <a:lvl8pPr indent="-304800" lvl="7" marL="3657600">
              <a:lnSpc>
                <a:spcPct val="115000"/>
              </a:lnSpc>
              <a:spcBef>
                <a:spcPts val="0"/>
              </a:spcBef>
              <a:spcAft>
                <a:spcPts val="0"/>
              </a:spcAft>
              <a:buClr>
                <a:schemeClr val="lt1"/>
              </a:buClr>
              <a:buSzPts val="1200"/>
              <a:buFont typeface="Afacad Flux"/>
              <a:buChar char="○"/>
              <a:defRPr/>
            </a:lvl8pPr>
            <a:lvl9pPr indent="-304800" lvl="8" marL="4114800">
              <a:lnSpc>
                <a:spcPct val="115000"/>
              </a:lnSpc>
              <a:spcBef>
                <a:spcPts val="0"/>
              </a:spcBef>
              <a:spcAft>
                <a:spcPts val="0"/>
              </a:spcAft>
              <a:buClr>
                <a:schemeClr val="lt1"/>
              </a:buClr>
              <a:buSzPts val="1200"/>
              <a:buFont typeface="Afacad Flux"/>
              <a:buChar char="■"/>
              <a:defRPr/>
            </a:lvl9pPr>
          </a:lstStyle>
          <a:p/>
        </p:txBody>
      </p:sp>
      <p:sp>
        <p:nvSpPr>
          <p:cNvPr id="166" name="Google Shape;166;p27"/>
          <p:cNvSpPr/>
          <p:nvPr>
            <p:ph idx="2" type="pic"/>
          </p:nvPr>
        </p:nvSpPr>
        <p:spPr>
          <a:xfrm rot="10800000">
            <a:off x="4290750" y="0"/>
            <a:ext cx="2304300" cy="3443100"/>
          </a:xfrm>
          <a:prstGeom prst="round2SameRect">
            <a:avLst>
              <a:gd fmla="val 50000" name="adj1"/>
              <a:gd fmla="val 0" name="adj2"/>
            </a:avLst>
          </a:prstGeom>
          <a:solidFill>
            <a:schemeClr val="dk2"/>
          </a:solidFill>
          <a:ln>
            <a:noFill/>
          </a:ln>
        </p:spPr>
      </p:sp>
      <p:sp>
        <p:nvSpPr>
          <p:cNvPr id="167" name="Google Shape;167;p27"/>
          <p:cNvSpPr/>
          <p:nvPr>
            <p:ph idx="3" type="pic"/>
          </p:nvPr>
        </p:nvSpPr>
        <p:spPr>
          <a:xfrm>
            <a:off x="6601200" y="0"/>
            <a:ext cx="2308200" cy="5143500"/>
          </a:xfrm>
          <a:prstGeom prst="roundRect">
            <a:avLst>
              <a:gd fmla="val 50000" name="adj"/>
            </a:avLst>
          </a:prstGeom>
          <a:solidFill>
            <a:schemeClr val="dk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ALT 1">
  <p:cSld name="CUSTOM_7_1_1_1_1_1_1_1_1_1_1_1_1_1_1_1_1_1_1">
    <p:bg>
      <p:bgPr>
        <a:solidFill>
          <a:schemeClr val="dk2"/>
        </a:solidFill>
      </p:bgPr>
    </p:bg>
    <p:spTree>
      <p:nvGrpSpPr>
        <p:cNvPr id="168" name="Shape 168"/>
        <p:cNvGrpSpPr/>
        <p:nvPr/>
      </p:nvGrpSpPr>
      <p:grpSpPr>
        <a:xfrm>
          <a:off x="0" y="0"/>
          <a:ext cx="0" cy="0"/>
          <a:chOff x="0" y="0"/>
          <a:chExt cx="0" cy="0"/>
        </a:xfrm>
      </p:grpSpPr>
      <p:sp>
        <p:nvSpPr>
          <p:cNvPr id="169" name="Google Shape;169;p28"/>
          <p:cNvSpPr/>
          <p:nvPr>
            <p:ph idx="2" type="pic"/>
          </p:nvPr>
        </p:nvSpPr>
        <p:spPr>
          <a:xfrm>
            <a:off x="0" y="0"/>
            <a:ext cx="9144000" cy="5143500"/>
          </a:xfrm>
          <a:prstGeom prst="rect">
            <a:avLst/>
          </a:prstGeom>
          <a:noFill/>
          <a:ln>
            <a:noFill/>
          </a:ln>
        </p:spPr>
      </p:sp>
      <p:sp>
        <p:nvSpPr>
          <p:cNvPr id="170" name="Google Shape;170;p28"/>
          <p:cNvSpPr txBox="1"/>
          <p:nvPr>
            <p:ph type="title"/>
          </p:nvPr>
        </p:nvSpPr>
        <p:spPr>
          <a:xfrm>
            <a:off x="228600" y="251551"/>
            <a:ext cx="6665700" cy="2625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8000">
                <a:latin typeface="Afacad Flux Medium"/>
                <a:ea typeface="Afacad Flux Medium"/>
                <a:cs typeface="Afacad Flux Medium"/>
                <a:sym typeface="Afacad Flux Medium"/>
              </a:defRPr>
            </a:lvl1pPr>
            <a:lvl2pPr lvl="1">
              <a:lnSpc>
                <a:spcPct val="115000"/>
              </a:lnSpc>
              <a:spcBef>
                <a:spcPts val="0"/>
              </a:spcBef>
              <a:spcAft>
                <a:spcPts val="0"/>
              </a:spcAft>
              <a:buNone/>
              <a:defRPr sz="8000"/>
            </a:lvl2pPr>
            <a:lvl3pPr lvl="2">
              <a:lnSpc>
                <a:spcPct val="115000"/>
              </a:lnSpc>
              <a:spcBef>
                <a:spcPts val="0"/>
              </a:spcBef>
              <a:spcAft>
                <a:spcPts val="0"/>
              </a:spcAft>
              <a:buNone/>
              <a:defRPr sz="8000"/>
            </a:lvl3pPr>
            <a:lvl4pPr lvl="3">
              <a:lnSpc>
                <a:spcPct val="115000"/>
              </a:lnSpc>
              <a:spcBef>
                <a:spcPts val="0"/>
              </a:spcBef>
              <a:spcAft>
                <a:spcPts val="0"/>
              </a:spcAft>
              <a:buNone/>
              <a:defRPr sz="8000"/>
            </a:lvl4pPr>
            <a:lvl5pPr lvl="4">
              <a:lnSpc>
                <a:spcPct val="115000"/>
              </a:lnSpc>
              <a:spcBef>
                <a:spcPts val="0"/>
              </a:spcBef>
              <a:spcAft>
                <a:spcPts val="0"/>
              </a:spcAft>
              <a:buNone/>
              <a:defRPr sz="8000"/>
            </a:lvl5pPr>
            <a:lvl6pPr lvl="5">
              <a:lnSpc>
                <a:spcPct val="115000"/>
              </a:lnSpc>
              <a:spcBef>
                <a:spcPts val="0"/>
              </a:spcBef>
              <a:spcAft>
                <a:spcPts val="0"/>
              </a:spcAft>
              <a:buNone/>
              <a:defRPr sz="8000"/>
            </a:lvl6pPr>
            <a:lvl7pPr lvl="6">
              <a:lnSpc>
                <a:spcPct val="115000"/>
              </a:lnSpc>
              <a:spcBef>
                <a:spcPts val="0"/>
              </a:spcBef>
              <a:spcAft>
                <a:spcPts val="0"/>
              </a:spcAft>
              <a:buNone/>
              <a:defRPr sz="8000"/>
            </a:lvl7pPr>
            <a:lvl8pPr lvl="7">
              <a:lnSpc>
                <a:spcPct val="115000"/>
              </a:lnSpc>
              <a:spcBef>
                <a:spcPts val="0"/>
              </a:spcBef>
              <a:spcAft>
                <a:spcPts val="0"/>
              </a:spcAft>
              <a:buNone/>
              <a:defRPr sz="8000"/>
            </a:lvl8pPr>
            <a:lvl9pPr lvl="8">
              <a:lnSpc>
                <a:spcPct val="115000"/>
              </a:lnSpc>
              <a:spcBef>
                <a:spcPts val="0"/>
              </a:spcBef>
              <a:spcAft>
                <a:spcPts val="0"/>
              </a:spcAft>
              <a:buNone/>
              <a:defRPr sz="8000"/>
            </a:lvl9pPr>
          </a:lstStyle>
          <a:p/>
        </p:txBody>
      </p:sp>
      <p:sp>
        <p:nvSpPr>
          <p:cNvPr id="171" name="Google Shape;171;p28"/>
          <p:cNvSpPr/>
          <p:nvPr/>
        </p:nvSpPr>
        <p:spPr>
          <a:xfrm>
            <a:off x="7643450" y="394401"/>
            <a:ext cx="1253100" cy="3165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200"/>
              </a:spcAft>
              <a:buNone/>
            </a:pPr>
            <a:r>
              <a:t/>
            </a:r>
            <a:endParaRPr sz="900">
              <a:solidFill>
                <a:schemeClr val="lt1"/>
              </a:solidFill>
              <a:latin typeface="Afacad Flux Medium"/>
              <a:ea typeface="Afacad Flux Medium"/>
              <a:cs typeface="Afacad Flux Medium"/>
              <a:sym typeface="Afacad Flux Medium"/>
            </a:endParaRPr>
          </a:p>
        </p:txBody>
      </p:sp>
      <p:sp>
        <p:nvSpPr>
          <p:cNvPr id="172" name="Google Shape;172;p28"/>
          <p:cNvSpPr txBox="1"/>
          <p:nvPr>
            <p:ph idx="1" type="subTitle"/>
          </p:nvPr>
        </p:nvSpPr>
        <p:spPr>
          <a:xfrm>
            <a:off x="7730000" y="407600"/>
            <a:ext cx="1080000" cy="290100"/>
          </a:xfrm>
          <a:prstGeom prst="rect">
            <a:avLst/>
          </a:prstGeom>
          <a:noFill/>
        </p:spPr>
        <p:txBody>
          <a:bodyPr anchorCtr="0" anchor="ctr" bIns="91425" lIns="91425" spcFirstLastPara="1" rIns="91425" wrap="square" tIns="91425">
            <a:spAutoFit/>
          </a:bodyPr>
          <a:lstStyle>
            <a:lvl1pPr lvl="0" algn="ctr">
              <a:lnSpc>
                <a:spcPct val="80000"/>
              </a:lnSpc>
              <a:spcBef>
                <a:spcPts val="0"/>
              </a:spcBef>
              <a:spcAft>
                <a:spcPts val="0"/>
              </a:spcAft>
              <a:buNone/>
              <a:defRPr sz="900"/>
            </a:lvl1pPr>
            <a:lvl2pPr lvl="1">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
        <p:nvSpPr>
          <p:cNvPr id="173" name="Google Shape;173;p28"/>
          <p:cNvSpPr txBox="1"/>
          <p:nvPr>
            <p:ph idx="3" type="subTitle"/>
          </p:nvPr>
        </p:nvSpPr>
        <p:spPr>
          <a:xfrm>
            <a:off x="-104075" y="4248500"/>
            <a:ext cx="1728000" cy="290100"/>
          </a:xfrm>
          <a:prstGeom prst="rect">
            <a:avLst/>
          </a:prstGeom>
          <a:noFill/>
        </p:spPr>
        <p:txBody>
          <a:bodyPr anchorCtr="0" anchor="ctr" bIns="0" lIns="0" spcFirstLastPara="1" rIns="0" wrap="square" tIns="0">
            <a:noAutofit/>
          </a:bodyPr>
          <a:lstStyle>
            <a:lvl1pPr lvl="0" algn="ctr">
              <a:lnSpc>
                <a:spcPct val="80000"/>
              </a:lnSpc>
              <a:spcBef>
                <a:spcPts val="0"/>
              </a:spcBef>
              <a:spcAft>
                <a:spcPts val="0"/>
              </a:spcAft>
              <a:buNone/>
              <a:defRPr sz="1400"/>
            </a:lvl1pPr>
            <a:lvl2pPr lvl="1" algn="ctr">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lgn="ctr">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lgn="ctr">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lgn="ctr">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lgn="ctr">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lgn="ctr">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lgn="ctr">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lgn="ctr">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
        <p:nvSpPr>
          <p:cNvPr id="174" name="Google Shape;174;p28"/>
          <p:cNvSpPr txBox="1"/>
          <p:nvPr>
            <p:ph idx="4" type="subTitle"/>
          </p:nvPr>
        </p:nvSpPr>
        <p:spPr>
          <a:xfrm>
            <a:off x="1381975" y="4248500"/>
            <a:ext cx="1728000" cy="290100"/>
          </a:xfrm>
          <a:prstGeom prst="rect">
            <a:avLst/>
          </a:prstGeom>
          <a:noFill/>
        </p:spPr>
        <p:txBody>
          <a:bodyPr anchorCtr="0" anchor="ctr" bIns="0" lIns="0" spcFirstLastPara="1" rIns="0" wrap="square" tIns="0">
            <a:noAutofit/>
          </a:bodyPr>
          <a:lstStyle>
            <a:lvl1pPr lvl="0" algn="ctr">
              <a:lnSpc>
                <a:spcPct val="80000"/>
              </a:lnSpc>
              <a:spcBef>
                <a:spcPts val="0"/>
              </a:spcBef>
              <a:spcAft>
                <a:spcPts val="0"/>
              </a:spcAft>
              <a:buNone/>
              <a:defRPr sz="1400"/>
            </a:lvl1pPr>
            <a:lvl2pPr lvl="1"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
        <p:nvSpPr>
          <p:cNvPr id="175" name="Google Shape;175;p28"/>
          <p:cNvSpPr txBox="1"/>
          <p:nvPr>
            <p:ph idx="5" type="subTitle"/>
          </p:nvPr>
        </p:nvSpPr>
        <p:spPr>
          <a:xfrm>
            <a:off x="3081175" y="4248500"/>
            <a:ext cx="1728000" cy="290100"/>
          </a:xfrm>
          <a:prstGeom prst="rect">
            <a:avLst/>
          </a:prstGeom>
          <a:noFill/>
        </p:spPr>
        <p:txBody>
          <a:bodyPr anchorCtr="0" anchor="ctr" bIns="0" lIns="0" spcFirstLastPara="1" rIns="0" wrap="square" tIns="0">
            <a:noAutofit/>
          </a:bodyPr>
          <a:lstStyle>
            <a:lvl1pPr lvl="0" algn="ctr">
              <a:lnSpc>
                <a:spcPct val="80000"/>
              </a:lnSpc>
              <a:spcBef>
                <a:spcPts val="0"/>
              </a:spcBef>
              <a:spcAft>
                <a:spcPts val="0"/>
              </a:spcAft>
              <a:buNone/>
              <a:defRPr sz="1400"/>
            </a:lvl1pPr>
            <a:lvl2pPr lvl="1"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2pPr>
            <a:lvl3pPr lvl="2"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3pPr>
            <a:lvl4pPr lvl="3"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4pPr>
            <a:lvl5pPr lvl="4"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5pPr>
            <a:lvl6pPr lvl="5"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6pPr>
            <a:lvl7pPr lvl="6"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7pPr>
            <a:lvl8pPr lvl="7"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8pPr>
            <a:lvl9pPr lvl="8" algn="ctr">
              <a:lnSpc>
                <a:spcPct val="80000"/>
              </a:lnSpc>
              <a:spcBef>
                <a:spcPts val="0"/>
              </a:spcBef>
              <a:spcAft>
                <a:spcPts val="0"/>
              </a:spcAft>
              <a:buSzPts val="1600"/>
              <a:buFont typeface="Afacad Flux SemiBold"/>
              <a:buNone/>
              <a:defRPr sz="1600">
                <a:latin typeface="Afacad Flux SemiBold"/>
                <a:ea typeface="Afacad Flux SemiBold"/>
                <a:cs typeface="Afacad Flux SemiBold"/>
                <a:sym typeface="Afacad Flux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76" name="Shape 176"/>
        <p:cNvGrpSpPr/>
        <p:nvPr/>
      </p:nvGrpSpPr>
      <p:grpSpPr>
        <a:xfrm>
          <a:off x="0" y="0"/>
          <a:ext cx="0" cy="0"/>
          <a:chOff x="0" y="0"/>
          <a:chExt cx="0" cy="0"/>
        </a:xfrm>
      </p:grpSpPr>
      <p:sp>
        <p:nvSpPr>
          <p:cNvPr id="177" name="Google Shape;177;p29"/>
          <p:cNvSpPr/>
          <p:nvPr/>
        </p:nvSpPr>
        <p:spPr>
          <a:xfrm>
            <a:off x="262950" y="1852175"/>
            <a:ext cx="2311800" cy="2827500"/>
          </a:xfrm>
          <a:prstGeom prst="roundRect">
            <a:avLst>
              <a:gd fmla="val 16667" name="adj"/>
            </a:avLst>
          </a:prstGeom>
          <a:solidFill>
            <a:schemeClr val="dk2"/>
          </a:solidFill>
          <a:ln>
            <a:noFill/>
          </a:ln>
        </p:spPr>
        <p:txBody>
          <a:bodyPr anchorCtr="0" anchor="ctr" bIns="0" lIns="0" spcFirstLastPara="1" rIns="0" wrap="square" tIns="0">
            <a:noAutofit/>
          </a:bodyPr>
          <a:lstStyle/>
          <a:p>
            <a:pPr indent="0" lvl="0" marL="114300" marR="199571" rtl="0" algn="l">
              <a:spcBef>
                <a:spcPts val="0"/>
              </a:spcBef>
              <a:spcAft>
                <a:spcPts val="0"/>
              </a:spcAft>
              <a:buClr>
                <a:schemeClr val="lt1"/>
              </a:buClr>
              <a:buSzPts val="1100"/>
              <a:buNone/>
            </a:pPr>
            <a:r>
              <a:t/>
            </a:r>
            <a:endParaRPr sz="1200">
              <a:solidFill>
                <a:schemeClr val="lt1"/>
              </a:solidFill>
              <a:latin typeface="Afacad Flux"/>
              <a:ea typeface="Afacad Flux"/>
              <a:cs typeface="Afacad Flux"/>
              <a:sym typeface="Afacad Flux"/>
            </a:endParaRPr>
          </a:p>
        </p:txBody>
      </p:sp>
      <p:sp>
        <p:nvSpPr>
          <p:cNvPr id="178" name="Google Shape;178;p29"/>
          <p:cNvSpPr/>
          <p:nvPr/>
        </p:nvSpPr>
        <p:spPr>
          <a:xfrm>
            <a:off x="2663162" y="3512350"/>
            <a:ext cx="1600200" cy="11718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lt1"/>
              </a:solidFill>
              <a:latin typeface="Afacad Flux Medium"/>
              <a:ea typeface="Afacad Flux Medium"/>
              <a:cs typeface="Afacad Flux Medium"/>
              <a:sym typeface="Afacad Flux Medium"/>
            </a:endParaRPr>
          </a:p>
        </p:txBody>
      </p:sp>
      <p:sp>
        <p:nvSpPr>
          <p:cNvPr id="179" name="Google Shape;179;p29"/>
          <p:cNvSpPr txBox="1"/>
          <p:nvPr>
            <p:ph type="title"/>
          </p:nvPr>
        </p:nvSpPr>
        <p:spPr>
          <a:xfrm>
            <a:off x="143375" y="226075"/>
            <a:ext cx="6471000" cy="12651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3900"/>
              <a:buFont typeface="Afacad Flux"/>
              <a:buNone/>
              <a:defRPr sz="39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80" name="Google Shape;180;p29"/>
          <p:cNvSpPr/>
          <p:nvPr/>
        </p:nvSpPr>
        <p:spPr>
          <a:xfrm flipH="1">
            <a:off x="2663150" y="1852175"/>
            <a:ext cx="1600200" cy="1600200"/>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181" name="Google Shape;181;p29"/>
          <p:cNvSpPr txBox="1"/>
          <p:nvPr>
            <p:ph idx="1" type="body"/>
          </p:nvPr>
        </p:nvSpPr>
        <p:spPr>
          <a:xfrm>
            <a:off x="262950" y="1852175"/>
            <a:ext cx="2311800" cy="2840400"/>
          </a:xfrm>
          <a:prstGeom prst="rect">
            <a:avLst/>
          </a:prstGeom>
        </p:spPr>
        <p:txBody>
          <a:bodyPr anchorCtr="0" anchor="t" bIns="274300" lIns="182875" spcFirstLastPara="1" rIns="182875" wrap="square" tIns="365750">
            <a:normAutofit/>
          </a:bodyPr>
          <a:lstStyle>
            <a:lvl1pPr indent="-304800" lvl="0" marL="457200">
              <a:spcBef>
                <a:spcPts val="0"/>
              </a:spcBef>
              <a:spcAft>
                <a:spcPts val="0"/>
              </a:spcAft>
              <a:buClr>
                <a:schemeClr val="lt1"/>
              </a:buClr>
              <a:buSzPts val="1200"/>
              <a:buFont typeface="Afacad Flux"/>
              <a:buChar char="●"/>
              <a:defRPr/>
            </a:lvl1pPr>
            <a:lvl2pPr indent="-304800" lvl="1" marL="914400">
              <a:spcBef>
                <a:spcPts val="0"/>
              </a:spcBef>
              <a:spcAft>
                <a:spcPts val="0"/>
              </a:spcAft>
              <a:buClr>
                <a:schemeClr val="lt1"/>
              </a:buClr>
              <a:buSzPts val="1200"/>
              <a:buFont typeface="Afacad Flux"/>
              <a:buChar char="○"/>
              <a:defRPr/>
            </a:lvl2pPr>
            <a:lvl3pPr indent="-304800" lvl="2" marL="1371600">
              <a:spcBef>
                <a:spcPts val="0"/>
              </a:spcBef>
              <a:spcAft>
                <a:spcPts val="0"/>
              </a:spcAft>
              <a:buClr>
                <a:schemeClr val="lt1"/>
              </a:buClr>
              <a:buSzPts val="1200"/>
              <a:buFont typeface="Afacad Flux"/>
              <a:buChar char="■"/>
              <a:defRPr/>
            </a:lvl3pPr>
            <a:lvl4pPr indent="-304800" lvl="3" marL="1828800">
              <a:spcBef>
                <a:spcPts val="0"/>
              </a:spcBef>
              <a:spcAft>
                <a:spcPts val="0"/>
              </a:spcAft>
              <a:buClr>
                <a:schemeClr val="lt1"/>
              </a:buClr>
              <a:buSzPts val="1200"/>
              <a:buFont typeface="Afacad Flux"/>
              <a:buChar char="●"/>
              <a:defRPr/>
            </a:lvl4pPr>
            <a:lvl5pPr indent="-304800" lvl="4" marL="2286000">
              <a:spcBef>
                <a:spcPts val="0"/>
              </a:spcBef>
              <a:spcAft>
                <a:spcPts val="0"/>
              </a:spcAft>
              <a:buClr>
                <a:schemeClr val="lt1"/>
              </a:buClr>
              <a:buSzPts val="1200"/>
              <a:buFont typeface="Afacad Flux"/>
              <a:buChar char="○"/>
              <a:defRPr/>
            </a:lvl5pPr>
            <a:lvl6pPr indent="-304800" lvl="5" marL="2743200">
              <a:spcBef>
                <a:spcPts val="0"/>
              </a:spcBef>
              <a:spcAft>
                <a:spcPts val="0"/>
              </a:spcAft>
              <a:buClr>
                <a:schemeClr val="lt1"/>
              </a:buClr>
              <a:buSzPts val="1200"/>
              <a:buFont typeface="Afacad Flux"/>
              <a:buChar char="■"/>
              <a:defRPr/>
            </a:lvl6pPr>
            <a:lvl7pPr indent="-304800" lvl="6" marL="3200400">
              <a:spcBef>
                <a:spcPts val="0"/>
              </a:spcBef>
              <a:spcAft>
                <a:spcPts val="0"/>
              </a:spcAft>
              <a:buClr>
                <a:schemeClr val="lt1"/>
              </a:buClr>
              <a:buSzPts val="1200"/>
              <a:buFont typeface="Afacad Flux"/>
              <a:buChar char="●"/>
              <a:defRPr/>
            </a:lvl7pPr>
            <a:lvl8pPr indent="-304800" lvl="7" marL="3657600">
              <a:spcBef>
                <a:spcPts val="0"/>
              </a:spcBef>
              <a:spcAft>
                <a:spcPts val="0"/>
              </a:spcAft>
              <a:buClr>
                <a:schemeClr val="lt1"/>
              </a:buClr>
              <a:buSzPts val="1200"/>
              <a:buFont typeface="Afacad Flux"/>
              <a:buChar char="○"/>
              <a:defRPr/>
            </a:lvl8pPr>
            <a:lvl9pPr indent="-304800" lvl="8" marL="4114800">
              <a:spcBef>
                <a:spcPts val="0"/>
              </a:spcBef>
              <a:spcAft>
                <a:spcPts val="0"/>
              </a:spcAft>
              <a:buClr>
                <a:schemeClr val="lt1"/>
              </a:buClr>
              <a:buSzPts val="1200"/>
              <a:buFont typeface="Afacad Flux"/>
              <a:buChar char="■"/>
              <a:defRPr/>
            </a:lvl9pPr>
          </a:lstStyle>
          <a:p/>
        </p:txBody>
      </p:sp>
      <p:sp>
        <p:nvSpPr>
          <p:cNvPr id="182" name="Google Shape;182;p29"/>
          <p:cNvSpPr/>
          <p:nvPr>
            <p:ph idx="2" type="pic"/>
          </p:nvPr>
        </p:nvSpPr>
        <p:spPr>
          <a:xfrm>
            <a:off x="4424075" y="1895400"/>
            <a:ext cx="4491600" cy="2788200"/>
          </a:xfrm>
          <a:prstGeom prst="roundRect">
            <a:avLst>
              <a:gd fmla="val 15847" name="adj"/>
            </a:avLst>
          </a:prstGeom>
          <a:solidFill>
            <a:schemeClr val="dk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vorite tools">
  <p:cSld name="CUSTOM_4">
    <p:spTree>
      <p:nvGrpSpPr>
        <p:cNvPr id="183" name="Shape 183"/>
        <p:cNvGrpSpPr/>
        <p:nvPr/>
      </p:nvGrpSpPr>
      <p:grpSpPr>
        <a:xfrm>
          <a:off x="0" y="0"/>
          <a:ext cx="0" cy="0"/>
          <a:chOff x="0" y="0"/>
          <a:chExt cx="0" cy="0"/>
        </a:xfrm>
      </p:grpSpPr>
      <p:sp>
        <p:nvSpPr>
          <p:cNvPr id="184" name="Google Shape;184;p30"/>
          <p:cNvSpPr txBox="1"/>
          <p:nvPr>
            <p:ph type="title"/>
          </p:nvPr>
        </p:nvSpPr>
        <p:spPr>
          <a:xfrm>
            <a:off x="137153" y="228600"/>
            <a:ext cx="4387800" cy="1572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185" name="Google Shape;185;p30"/>
          <p:cNvSpPr txBox="1"/>
          <p:nvPr>
            <p:ph idx="1" type="body"/>
          </p:nvPr>
        </p:nvSpPr>
        <p:spPr>
          <a:xfrm>
            <a:off x="481825" y="3510500"/>
            <a:ext cx="1652700" cy="895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0"/>
              </a:spcBef>
              <a:spcAft>
                <a:spcPts val="0"/>
              </a:spcAft>
              <a:buClr>
                <a:schemeClr val="lt1"/>
              </a:buClr>
              <a:buSzPts val="1000"/>
              <a:buFont typeface="Afacad Flux"/>
              <a:buChar char="○"/>
              <a:defRPr sz="1000"/>
            </a:lvl2pPr>
            <a:lvl3pPr indent="-292100" lvl="2" marL="1371600">
              <a:spcBef>
                <a:spcPts val="0"/>
              </a:spcBef>
              <a:spcAft>
                <a:spcPts val="0"/>
              </a:spcAft>
              <a:buClr>
                <a:schemeClr val="lt1"/>
              </a:buClr>
              <a:buSzPts val="1000"/>
              <a:buFont typeface="Afacad Flux"/>
              <a:buChar char="■"/>
              <a:defRPr sz="1000"/>
            </a:lvl3pPr>
            <a:lvl4pPr indent="-292100" lvl="3" marL="1828800">
              <a:spcBef>
                <a:spcPts val="0"/>
              </a:spcBef>
              <a:spcAft>
                <a:spcPts val="0"/>
              </a:spcAft>
              <a:buClr>
                <a:schemeClr val="lt1"/>
              </a:buClr>
              <a:buSzPts val="1000"/>
              <a:buFont typeface="Afacad Flux"/>
              <a:buChar char="●"/>
              <a:defRPr sz="1000"/>
            </a:lvl4pPr>
            <a:lvl5pPr indent="-292100" lvl="4" marL="2286000">
              <a:spcBef>
                <a:spcPts val="0"/>
              </a:spcBef>
              <a:spcAft>
                <a:spcPts val="0"/>
              </a:spcAft>
              <a:buClr>
                <a:schemeClr val="lt1"/>
              </a:buClr>
              <a:buSzPts val="1000"/>
              <a:buFont typeface="Afacad Flux"/>
              <a:buChar char="○"/>
              <a:defRPr sz="1000"/>
            </a:lvl5pPr>
            <a:lvl6pPr indent="-292100" lvl="5" marL="2743200">
              <a:spcBef>
                <a:spcPts val="0"/>
              </a:spcBef>
              <a:spcAft>
                <a:spcPts val="0"/>
              </a:spcAft>
              <a:buClr>
                <a:schemeClr val="lt1"/>
              </a:buClr>
              <a:buSzPts val="1000"/>
              <a:buFont typeface="Afacad Flux"/>
              <a:buChar char="■"/>
              <a:defRPr sz="1000"/>
            </a:lvl6pPr>
            <a:lvl7pPr indent="-292100" lvl="6" marL="3200400">
              <a:spcBef>
                <a:spcPts val="0"/>
              </a:spcBef>
              <a:spcAft>
                <a:spcPts val="0"/>
              </a:spcAft>
              <a:buClr>
                <a:schemeClr val="lt1"/>
              </a:buClr>
              <a:buSzPts val="1000"/>
              <a:buFont typeface="Afacad Flux"/>
              <a:buChar char="●"/>
              <a:defRPr sz="1000"/>
            </a:lvl7pPr>
            <a:lvl8pPr indent="-292100" lvl="7" marL="3657600">
              <a:spcBef>
                <a:spcPts val="0"/>
              </a:spcBef>
              <a:spcAft>
                <a:spcPts val="0"/>
              </a:spcAft>
              <a:buClr>
                <a:schemeClr val="lt1"/>
              </a:buClr>
              <a:buSzPts val="1000"/>
              <a:buFont typeface="Afacad Flux"/>
              <a:buChar char="○"/>
              <a:defRPr sz="1000"/>
            </a:lvl8pPr>
            <a:lvl9pPr indent="-292100" lvl="8" marL="4114800">
              <a:spcBef>
                <a:spcPts val="0"/>
              </a:spcBef>
              <a:spcAft>
                <a:spcPts val="0"/>
              </a:spcAft>
              <a:buClr>
                <a:schemeClr val="lt1"/>
              </a:buClr>
              <a:buSzPts val="1000"/>
              <a:buFont typeface="Afacad Flux"/>
              <a:buChar char="■"/>
              <a:defRPr sz="1000"/>
            </a:lvl9pPr>
          </a:lstStyle>
          <a:p/>
        </p:txBody>
      </p:sp>
      <p:sp>
        <p:nvSpPr>
          <p:cNvPr id="186" name="Google Shape;186;p30"/>
          <p:cNvSpPr txBox="1"/>
          <p:nvPr>
            <p:ph idx="2" type="subTitle"/>
          </p:nvPr>
        </p:nvSpPr>
        <p:spPr>
          <a:xfrm>
            <a:off x="481825" y="2968125"/>
            <a:ext cx="1652700" cy="442500"/>
          </a:xfrm>
          <a:prstGeom prst="rect">
            <a:avLst/>
          </a:prstGeom>
        </p:spPr>
        <p:txBody>
          <a:bodyPr anchorCtr="0" anchor="t" bIns="0" lIns="0" spcFirstLastPara="1" rIns="0" wrap="square" tIns="0">
            <a:spAutoFit/>
          </a:bodyPr>
          <a:lstStyle>
            <a:lvl1pPr lvl="0">
              <a:lnSpc>
                <a:spcPct val="80000"/>
              </a:lnSpc>
              <a:spcBef>
                <a:spcPts val="0"/>
              </a:spcBef>
              <a:spcAft>
                <a:spcPts val="0"/>
              </a:spcAft>
              <a:buSzPts val="1800"/>
              <a:buNone/>
              <a:defRPr sz="1600">
                <a:latin typeface="Afacad Flux SemiBold"/>
                <a:ea typeface="Afacad Flux SemiBold"/>
                <a:cs typeface="Afacad Flux SemiBold"/>
                <a:sym typeface="Afacad Flux SemiBold"/>
              </a:defRPr>
            </a:lvl1pPr>
            <a:lvl2pPr lvl="1">
              <a:lnSpc>
                <a:spcPct val="80000"/>
              </a:lnSpc>
              <a:spcBef>
                <a:spcPts val="0"/>
              </a:spcBef>
              <a:spcAft>
                <a:spcPts val="0"/>
              </a:spcAft>
              <a:buSzPts val="1800"/>
              <a:buNone/>
              <a:defRPr/>
            </a:lvl2pPr>
            <a:lvl3pPr lvl="2">
              <a:lnSpc>
                <a:spcPct val="80000"/>
              </a:lnSpc>
              <a:spcBef>
                <a:spcPts val="0"/>
              </a:spcBef>
              <a:spcAft>
                <a:spcPts val="0"/>
              </a:spcAft>
              <a:buSzPts val="1800"/>
              <a:buNone/>
              <a:defRPr/>
            </a:lvl3pPr>
            <a:lvl4pPr lvl="3">
              <a:lnSpc>
                <a:spcPct val="80000"/>
              </a:lnSpc>
              <a:spcBef>
                <a:spcPts val="0"/>
              </a:spcBef>
              <a:spcAft>
                <a:spcPts val="0"/>
              </a:spcAft>
              <a:buSzPts val="1800"/>
              <a:buNone/>
              <a:defRPr/>
            </a:lvl4pPr>
            <a:lvl5pPr lvl="4">
              <a:lnSpc>
                <a:spcPct val="80000"/>
              </a:lnSpc>
              <a:spcBef>
                <a:spcPts val="0"/>
              </a:spcBef>
              <a:spcAft>
                <a:spcPts val="0"/>
              </a:spcAft>
              <a:buSzPts val="1800"/>
              <a:buNone/>
              <a:defRPr/>
            </a:lvl5pPr>
            <a:lvl6pPr lvl="5">
              <a:lnSpc>
                <a:spcPct val="80000"/>
              </a:lnSpc>
              <a:spcBef>
                <a:spcPts val="0"/>
              </a:spcBef>
              <a:spcAft>
                <a:spcPts val="0"/>
              </a:spcAft>
              <a:buSzPts val="1800"/>
              <a:buNone/>
              <a:defRPr/>
            </a:lvl6pPr>
            <a:lvl7pPr lvl="6">
              <a:lnSpc>
                <a:spcPct val="80000"/>
              </a:lnSpc>
              <a:spcBef>
                <a:spcPts val="0"/>
              </a:spcBef>
              <a:spcAft>
                <a:spcPts val="0"/>
              </a:spcAft>
              <a:buSzPts val="1800"/>
              <a:buNone/>
              <a:defRPr/>
            </a:lvl7pPr>
            <a:lvl8pPr lvl="7">
              <a:lnSpc>
                <a:spcPct val="80000"/>
              </a:lnSpc>
              <a:spcBef>
                <a:spcPts val="0"/>
              </a:spcBef>
              <a:spcAft>
                <a:spcPts val="0"/>
              </a:spcAft>
              <a:buSzPts val="1800"/>
              <a:buNone/>
              <a:defRPr/>
            </a:lvl8pPr>
            <a:lvl9pPr lvl="8">
              <a:lnSpc>
                <a:spcPct val="80000"/>
              </a:lnSpc>
              <a:spcBef>
                <a:spcPts val="0"/>
              </a:spcBef>
              <a:spcAft>
                <a:spcPts val="0"/>
              </a:spcAft>
              <a:buSzPts val="1800"/>
              <a:buNone/>
              <a:defRPr/>
            </a:lvl9pPr>
          </a:lstStyle>
          <a:p/>
        </p:txBody>
      </p:sp>
      <p:sp>
        <p:nvSpPr>
          <p:cNvPr id="187" name="Google Shape;187;p30"/>
          <p:cNvSpPr txBox="1"/>
          <p:nvPr>
            <p:ph idx="3" type="body"/>
          </p:nvPr>
        </p:nvSpPr>
        <p:spPr>
          <a:xfrm>
            <a:off x="4872175" y="1334475"/>
            <a:ext cx="1652700" cy="8955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lt1"/>
              </a:buClr>
              <a:buSzPts val="1000"/>
              <a:buFont typeface="Afacad Flux"/>
              <a:buChar char="●"/>
              <a:defRPr sz="1000"/>
            </a:lvl1pPr>
            <a:lvl2pPr indent="-292100" lvl="1" marL="914400">
              <a:lnSpc>
                <a:spcPct val="100000"/>
              </a:lnSpc>
              <a:spcBef>
                <a:spcPts val="0"/>
              </a:spcBef>
              <a:spcAft>
                <a:spcPts val="0"/>
              </a:spcAft>
              <a:buClr>
                <a:schemeClr val="lt1"/>
              </a:buClr>
              <a:buSzPts val="1000"/>
              <a:buFont typeface="Afacad Flux"/>
              <a:buChar char="○"/>
              <a:defRPr sz="1000"/>
            </a:lvl2pPr>
            <a:lvl3pPr indent="-292100" lvl="2" marL="1371600">
              <a:lnSpc>
                <a:spcPct val="100000"/>
              </a:lnSpc>
              <a:spcBef>
                <a:spcPts val="0"/>
              </a:spcBef>
              <a:spcAft>
                <a:spcPts val="0"/>
              </a:spcAft>
              <a:buClr>
                <a:schemeClr val="lt1"/>
              </a:buClr>
              <a:buSzPts val="1000"/>
              <a:buFont typeface="Afacad Flux"/>
              <a:buChar char="■"/>
              <a:defRPr sz="1000"/>
            </a:lvl3pPr>
            <a:lvl4pPr indent="-292100" lvl="3" marL="1828800">
              <a:lnSpc>
                <a:spcPct val="100000"/>
              </a:lnSpc>
              <a:spcBef>
                <a:spcPts val="0"/>
              </a:spcBef>
              <a:spcAft>
                <a:spcPts val="0"/>
              </a:spcAft>
              <a:buClr>
                <a:schemeClr val="lt1"/>
              </a:buClr>
              <a:buSzPts val="1000"/>
              <a:buFont typeface="Afacad Flux"/>
              <a:buChar char="●"/>
              <a:defRPr sz="1000"/>
            </a:lvl4pPr>
            <a:lvl5pPr indent="-292100" lvl="4" marL="2286000">
              <a:lnSpc>
                <a:spcPct val="100000"/>
              </a:lnSpc>
              <a:spcBef>
                <a:spcPts val="0"/>
              </a:spcBef>
              <a:spcAft>
                <a:spcPts val="0"/>
              </a:spcAft>
              <a:buClr>
                <a:schemeClr val="lt1"/>
              </a:buClr>
              <a:buSzPts val="1000"/>
              <a:buFont typeface="Afacad Flux"/>
              <a:buChar char="○"/>
              <a:defRPr sz="1000"/>
            </a:lvl5pPr>
            <a:lvl6pPr indent="-292100" lvl="5" marL="2743200">
              <a:lnSpc>
                <a:spcPct val="100000"/>
              </a:lnSpc>
              <a:spcBef>
                <a:spcPts val="0"/>
              </a:spcBef>
              <a:spcAft>
                <a:spcPts val="0"/>
              </a:spcAft>
              <a:buClr>
                <a:schemeClr val="lt1"/>
              </a:buClr>
              <a:buSzPts val="1000"/>
              <a:buFont typeface="Afacad Flux"/>
              <a:buChar char="■"/>
              <a:defRPr sz="1000"/>
            </a:lvl6pPr>
            <a:lvl7pPr indent="-292100" lvl="6" marL="3200400">
              <a:lnSpc>
                <a:spcPct val="100000"/>
              </a:lnSpc>
              <a:spcBef>
                <a:spcPts val="0"/>
              </a:spcBef>
              <a:spcAft>
                <a:spcPts val="0"/>
              </a:spcAft>
              <a:buClr>
                <a:schemeClr val="lt1"/>
              </a:buClr>
              <a:buSzPts val="1000"/>
              <a:buFont typeface="Afacad Flux"/>
              <a:buChar char="●"/>
              <a:defRPr sz="1000"/>
            </a:lvl7pPr>
            <a:lvl8pPr indent="-292100" lvl="7" marL="3657600">
              <a:lnSpc>
                <a:spcPct val="100000"/>
              </a:lnSpc>
              <a:spcBef>
                <a:spcPts val="0"/>
              </a:spcBef>
              <a:spcAft>
                <a:spcPts val="0"/>
              </a:spcAft>
              <a:buClr>
                <a:schemeClr val="lt1"/>
              </a:buClr>
              <a:buSzPts val="1000"/>
              <a:buFont typeface="Afacad Flux"/>
              <a:buChar char="○"/>
              <a:defRPr sz="1000"/>
            </a:lvl8pPr>
            <a:lvl9pPr indent="-292100" lvl="8" marL="4114800">
              <a:lnSpc>
                <a:spcPct val="100000"/>
              </a:lnSpc>
              <a:spcBef>
                <a:spcPts val="0"/>
              </a:spcBef>
              <a:spcAft>
                <a:spcPts val="0"/>
              </a:spcAft>
              <a:buClr>
                <a:schemeClr val="lt1"/>
              </a:buClr>
              <a:buSzPts val="1000"/>
              <a:buFont typeface="Afacad Flux"/>
              <a:buChar char="■"/>
              <a:defRPr sz="1000"/>
            </a:lvl9pPr>
          </a:lstStyle>
          <a:p/>
        </p:txBody>
      </p:sp>
      <p:sp>
        <p:nvSpPr>
          <p:cNvPr id="188" name="Google Shape;188;p30"/>
          <p:cNvSpPr txBox="1"/>
          <p:nvPr>
            <p:ph idx="4" type="subTitle"/>
          </p:nvPr>
        </p:nvSpPr>
        <p:spPr>
          <a:xfrm>
            <a:off x="4872175" y="792100"/>
            <a:ext cx="1652700" cy="442500"/>
          </a:xfrm>
          <a:prstGeom prst="rect">
            <a:avLst/>
          </a:prstGeom>
        </p:spPr>
        <p:txBody>
          <a:bodyPr anchorCtr="0" anchor="t" bIns="0" lIns="0" spcFirstLastPara="1" rIns="0" wrap="square" tIns="0">
            <a:spAutoFit/>
          </a:bodyPr>
          <a:lstStyle>
            <a:lvl1pPr lvl="0">
              <a:lnSpc>
                <a:spcPct val="80000"/>
              </a:lnSpc>
              <a:spcBef>
                <a:spcPts val="0"/>
              </a:spcBef>
              <a:spcAft>
                <a:spcPts val="0"/>
              </a:spcAft>
              <a:buSzPts val="1800"/>
              <a:buNone/>
              <a:defRPr sz="1600">
                <a:latin typeface="Afacad Flux SemiBold"/>
                <a:ea typeface="Afacad Flux SemiBold"/>
                <a:cs typeface="Afacad Flux SemiBold"/>
                <a:sym typeface="Afacad Flux SemiBold"/>
              </a:defRPr>
            </a:lvl1pPr>
            <a:lvl2pPr lvl="1">
              <a:lnSpc>
                <a:spcPct val="80000"/>
              </a:lnSpc>
              <a:spcBef>
                <a:spcPts val="0"/>
              </a:spcBef>
              <a:spcAft>
                <a:spcPts val="0"/>
              </a:spcAft>
              <a:buSzPts val="1800"/>
              <a:buNone/>
              <a:defRPr/>
            </a:lvl2pPr>
            <a:lvl3pPr lvl="2">
              <a:lnSpc>
                <a:spcPct val="80000"/>
              </a:lnSpc>
              <a:spcBef>
                <a:spcPts val="0"/>
              </a:spcBef>
              <a:spcAft>
                <a:spcPts val="0"/>
              </a:spcAft>
              <a:buSzPts val="1800"/>
              <a:buNone/>
              <a:defRPr/>
            </a:lvl3pPr>
            <a:lvl4pPr lvl="3">
              <a:lnSpc>
                <a:spcPct val="80000"/>
              </a:lnSpc>
              <a:spcBef>
                <a:spcPts val="0"/>
              </a:spcBef>
              <a:spcAft>
                <a:spcPts val="0"/>
              </a:spcAft>
              <a:buSzPts val="1800"/>
              <a:buNone/>
              <a:defRPr/>
            </a:lvl4pPr>
            <a:lvl5pPr lvl="4">
              <a:lnSpc>
                <a:spcPct val="80000"/>
              </a:lnSpc>
              <a:spcBef>
                <a:spcPts val="0"/>
              </a:spcBef>
              <a:spcAft>
                <a:spcPts val="0"/>
              </a:spcAft>
              <a:buSzPts val="1800"/>
              <a:buNone/>
              <a:defRPr/>
            </a:lvl5pPr>
            <a:lvl6pPr lvl="5">
              <a:lnSpc>
                <a:spcPct val="80000"/>
              </a:lnSpc>
              <a:spcBef>
                <a:spcPts val="0"/>
              </a:spcBef>
              <a:spcAft>
                <a:spcPts val="0"/>
              </a:spcAft>
              <a:buSzPts val="1800"/>
              <a:buNone/>
              <a:defRPr/>
            </a:lvl6pPr>
            <a:lvl7pPr lvl="6">
              <a:lnSpc>
                <a:spcPct val="80000"/>
              </a:lnSpc>
              <a:spcBef>
                <a:spcPts val="0"/>
              </a:spcBef>
              <a:spcAft>
                <a:spcPts val="0"/>
              </a:spcAft>
              <a:buSzPts val="1800"/>
              <a:buNone/>
              <a:defRPr/>
            </a:lvl7pPr>
            <a:lvl8pPr lvl="7">
              <a:lnSpc>
                <a:spcPct val="80000"/>
              </a:lnSpc>
              <a:spcBef>
                <a:spcPts val="0"/>
              </a:spcBef>
              <a:spcAft>
                <a:spcPts val="0"/>
              </a:spcAft>
              <a:buSzPts val="1800"/>
              <a:buNone/>
              <a:defRPr/>
            </a:lvl8pPr>
            <a:lvl9pPr lvl="8">
              <a:lnSpc>
                <a:spcPct val="80000"/>
              </a:lnSpc>
              <a:spcBef>
                <a:spcPts val="0"/>
              </a:spcBef>
              <a:spcAft>
                <a:spcPts val="0"/>
              </a:spcAft>
              <a:buSzPts val="1800"/>
              <a:buNone/>
              <a:defRPr/>
            </a:lvl9pPr>
          </a:lstStyle>
          <a:p/>
        </p:txBody>
      </p:sp>
      <p:sp>
        <p:nvSpPr>
          <p:cNvPr id="189" name="Google Shape;189;p30"/>
          <p:cNvSpPr txBox="1"/>
          <p:nvPr>
            <p:ph idx="5" type="body"/>
          </p:nvPr>
        </p:nvSpPr>
        <p:spPr>
          <a:xfrm>
            <a:off x="7067425" y="3510500"/>
            <a:ext cx="1652700" cy="895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0"/>
              </a:spcBef>
              <a:spcAft>
                <a:spcPts val="0"/>
              </a:spcAft>
              <a:buClr>
                <a:schemeClr val="lt1"/>
              </a:buClr>
              <a:buSzPts val="1000"/>
              <a:buFont typeface="Afacad Flux"/>
              <a:buChar char="○"/>
              <a:defRPr sz="1000"/>
            </a:lvl2pPr>
            <a:lvl3pPr indent="-292100" lvl="2" marL="1371600">
              <a:spcBef>
                <a:spcPts val="0"/>
              </a:spcBef>
              <a:spcAft>
                <a:spcPts val="0"/>
              </a:spcAft>
              <a:buClr>
                <a:schemeClr val="lt1"/>
              </a:buClr>
              <a:buSzPts val="1000"/>
              <a:buFont typeface="Afacad Flux"/>
              <a:buChar char="■"/>
              <a:defRPr sz="1000"/>
            </a:lvl3pPr>
            <a:lvl4pPr indent="-292100" lvl="3" marL="1828800">
              <a:spcBef>
                <a:spcPts val="0"/>
              </a:spcBef>
              <a:spcAft>
                <a:spcPts val="0"/>
              </a:spcAft>
              <a:buClr>
                <a:schemeClr val="lt1"/>
              </a:buClr>
              <a:buSzPts val="1000"/>
              <a:buFont typeface="Afacad Flux"/>
              <a:buChar char="●"/>
              <a:defRPr sz="1000"/>
            </a:lvl4pPr>
            <a:lvl5pPr indent="-292100" lvl="4" marL="2286000">
              <a:spcBef>
                <a:spcPts val="0"/>
              </a:spcBef>
              <a:spcAft>
                <a:spcPts val="0"/>
              </a:spcAft>
              <a:buClr>
                <a:schemeClr val="lt1"/>
              </a:buClr>
              <a:buSzPts val="1000"/>
              <a:buFont typeface="Afacad Flux"/>
              <a:buChar char="○"/>
              <a:defRPr sz="1000"/>
            </a:lvl5pPr>
            <a:lvl6pPr indent="-292100" lvl="5" marL="2743200">
              <a:spcBef>
                <a:spcPts val="0"/>
              </a:spcBef>
              <a:spcAft>
                <a:spcPts val="0"/>
              </a:spcAft>
              <a:buClr>
                <a:schemeClr val="lt1"/>
              </a:buClr>
              <a:buSzPts val="1000"/>
              <a:buFont typeface="Afacad Flux"/>
              <a:buChar char="■"/>
              <a:defRPr sz="1000"/>
            </a:lvl6pPr>
            <a:lvl7pPr indent="-292100" lvl="6" marL="3200400">
              <a:spcBef>
                <a:spcPts val="0"/>
              </a:spcBef>
              <a:spcAft>
                <a:spcPts val="0"/>
              </a:spcAft>
              <a:buClr>
                <a:schemeClr val="lt1"/>
              </a:buClr>
              <a:buSzPts val="1000"/>
              <a:buFont typeface="Afacad Flux"/>
              <a:buChar char="●"/>
              <a:defRPr sz="1000"/>
            </a:lvl7pPr>
            <a:lvl8pPr indent="-292100" lvl="7" marL="3657600">
              <a:spcBef>
                <a:spcPts val="0"/>
              </a:spcBef>
              <a:spcAft>
                <a:spcPts val="0"/>
              </a:spcAft>
              <a:buClr>
                <a:schemeClr val="lt1"/>
              </a:buClr>
              <a:buSzPts val="1000"/>
              <a:buFont typeface="Afacad Flux"/>
              <a:buChar char="○"/>
              <a:defRPr sz="1000"/>
            </a:lvl8pPr>
            <a:lvl9pPr indent="-292100" lvl="8" marL="4114800">
              <a:spcBef>
                <a:spcPts val="0"/>
              </a:spcBef>
              <a:spcAft>
                <a:spcPts val="0"/>
              </a:spcAft>
              <a:buClr>
                <a:schemeClr val="lt1"/>
              </a:buClr>
              <a:buSzPts val="1000"/>
              <a:buFont typeface="Afacad Flux"/>
              <a:buChar char="■"/>
              <a:defRPr sz="1000"/>
            </a:lvl9pPr>
          </a:lstStyle>
          <a:p/>
        </p:txBody>
      </p:sp>
      <p:sp>
        <p:nvSpPr>
          <p:cNvPr id="190" name="Google Shape;190;p30"/>
          <p:cNvSpPr txBox="1"/>
          <p:nvPr>
            <p:ph idx="6" type="subTitle"/>
          </p:nvPr>
        </p:nvSpPr>
        <p:spPr>
          <a:xfrm>
            <a:off x="7067425" y="2968125"/>
            <a:ext cx="1652700" cy="442500"/>
          </a:xfrm>
          <a:prstGeom prst="rect">
            <a:avLst/>
          </a:prstGeom>
        </p:spPr>
        <p:txBody>
          <a:bodyPr anchorCtr="0" anchor="t" bIns="0" lIns="0" spcFirstLastPara="1" rIns="0" wrap="square" tIns="0">
            <a:spAutoFit/>
          </a:bodyPr>
          <a:lstStyle>
            <a:lvl1pPr lvl="0">
              <a:lnSpc>
                <a:spcPct val="80000"/>
              </a:lnSpc>
              <a:spcBef>
                <a:spcPts val="0"/>
              </a:spcBef>
              <a:spcAft>
                <a:spcPts val="0"/>
              </a:spcAft>
              <a:buSzPts val="1800"/>
              <a:buNone/>
              <a:defRPr sz="1600">
                <a:latin typeface="Afacad Flux SemiBold"/>
                <a:ea typeface="Afacad Flux SemiBold"/>
                <a:cs typeface="Afacad Flux SemiBold"/>
                <a:sym typeface="Afacad Flux SemiBold"/>
              </a:defRPr>
            </a:lvl1pPr>
            <a:lvl2pPr lvl="1">
              <a:lnSpc>
                <a:spcPct val="80000"/>
              </a:lnSpc>
              <a:spcBef>
                <a:spcPts val="0"/>
              </a:spcBef>
              <a:spcAft>
                <a:spcPts val="0"/>
              </a:spcAft>
              <a:buSzPts val="1800"/>
              <a:buNone/>
              <a:defRPr/>
            </a:lvl2pPr>
            <a:lvl3pPr lvl="2">
              <a:lnSpc>
                <a:spcPct val="80000"/>
              </a:lnSpc>
              <a:spcBef>
                <a:spcPts val="0"/>
              </a:spcBef>
              <a:spcAft>
                <a:spcPts val="0"/>
              </a:spcAft>
              <a:buSzPts val="1800"/>
              <a:buNone/>
              <a:defRPr/>
            </a:lvl3pPr>
            <a:lvl4pPr lvl="3">
              <a:lnSpc>
                <a:spcPct val="80000"/>
              </a:lnSpc>
              <a:spcBef>
                <a:spcPts val="0"/>
              </a:spcBef>
              <a:spcAft>
                <a:spcPts val="0"/>
              </a:spcAft>
              <a:buSzPts val="1800"/>
              <a:buNone/>
              <a:defRPr/>
            </a:lvl4pPr>
            <a:lvl5pPr lvl="4">
              <a:lnSpc>
                <a:spcPct val="80000"/>
              </a:lnSpc>
              <a:spcBef>
                <a:spcPts val="0"/>
              </a:spcBef>
              <a:spcAft>
                <a:spcPts val="0"/>
              </a:spcAft>
              <a:buSzPts val="1800"/>
              <a:buNone/>
              <a:defRPr/>
            </a:lvl5pPr>
            <a:lvl6pPr lvl="5">
              <a:lnSpc>
                <a:spcPct val="80000"/>
              </a:lnSpc>
              <a:spcBef>
                <a:spcPts val="0"/>
              </a:spcBef>
              <a:spcAft>
                <a:spcPts val="0"/>
              </a:spcAft>
              <a:buSzPts val="1800"/>
              <a:buNone/>
              <a:defRPr/>
            </a:lvl6pPr>
            <a:lvl7pPr lvl="6">
              <a:lnSpc>
                <a:spcPct val="80000"/>
              </a:lnSpc>
              <a:spcBef>
                <a:spcPts val="0"/>
              </a:spcBef>
              <a:spcAft>
                <a:spcPts val="0"/>
              </a:spcAft>
              <a:buSzPts val="1800"/>
              <a:buNone/>
              <a:defRPr/>
            </a:lvl7pPr>
            <a:lvl8pPr lvl="7">
              <a:lnSpc>
                <a:spcPct val="80000"/>
              </a:lnSpc>
              <a:spcBef>
                <a:spcPts val="0"/>
              </a:spcBef>
              <a:spcAft>
                <a:spcPts val="0"/>
              </a:spcAft>
              <a:buSzPts val="1800"/>
              <a:buNone/>
              <a:defRPr/>
            </a:lvl8pPr>
            <a:lvl9pPr lvl="8">
              <a:lnSpc>
                <a:spcPct val="80000"/>
              </a:lnSpc>
              <a:spcBef>
                <a:spcPts val="0"/>
              </a:spcBef>
              <a:spcAft>
                <a:spcPts val="0"/>
              </a:spcAft>
              <a:buSzPts val="1800"/>
              <a:buNone/>
              <a:defRPr/>
            </a:lvl9pPr>
          </a:lstStyle>
          <a:p/>
        </p:txBody>
      </p:sp>
      <p:sp>
        <p:nvSpPr>
          <p:cNvPr id="191" name="Google Shape;191;p30"/>
          <p:cNvSpPr/>
          <p:nvPr>
            <p:ph idx="7" type="pic"/>
          </p:nvPr>
        </p:nvSpPr>
        <p:spPr>
          <a:xfrm>
            <a:off x="6806650" y="457200"/>
            <a:ext cx="2093700" cy="2059200"/>
          </a:xfrm>
          <a:prstGeom prst="teardrop">
            <a:avLst>
              <a:gd fmla="val 100000" name="adj"/>
            </a:avLst>
          </a:prstGeom>
          <a:solidFill>
            <a:schemeClr val="dk2"/>
          </a:solidFill>
          <a:ln>
            <a:noFill/>
          </a:ln>
        </p:spPr>
      </p:sp>
      <p:sp>
        <p:nvSpPr>
          <p:cNvPr id="192" name="Google Shape;192;p30"/>
          <p:cNvSpPr/>
          <p:nvPr>
            <p:ph idx="8" type="pic"/>
          </p:nvPr>
        </p:nvSpPr>
        <p:spPr>
          <a:xfrm flipH="1">
            <a:off x="2424900" y="2628875"/>
            <a:ext cx="2093700" cy="2059200"/>
          </a:xfrm>
          <a:prstGeom prst="teardrop">
            <a:avLst>
              <a:gd fmla="val 100000" name="adj"/>
            </a:avLst>
          </a:prstGeom>
          <a:solidFill>
            <a:schemeClr val="dk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 fact">
  <p:cSld name="CUSTOM_5">
    <p:spTree>
      <p:nvGrpSpPr>
        <p:cNvPr id="193" name="Shape 193"/>
        <p:cNvGrpSpPr/>
        <p:nvPr/>
      </p:nvGrpSpPr>
      <p:grpSpPr>
        <a:xfrm>
          <a:off x="0" y="0"/>
          <a:ext cx="0" cy="0"/>
          <a:chOff x="0" y="0"/>
          <a:chExt cx="0" cy="0"/>
        </a:xfrm>
      </p:grpSpPr>
      <p:sp>
        <p:nvSpPr>
          <p:cNvPr id="194" name="Google Shape;194;p31"/>
          <p:cNvSpPr/>
          <p:nvPr>
            <p:ph idx="2" type="pic"/>
          </p:nvPr>
        </p:nvSpPr>
        <p:spPr>
          <a:xfrm>
            <a:off x="3163800" y="3246950"/>
            <a:ext cx="2816400" cy="1436700"/>
          </a:xfrm>
          <a:prstGeom prst="roundRect">
            <a:avLst>
              <a:gd fmla="val 50000" name="adj"/>
            </a:avLst>
          </a:prstGeom>
          <a:solidFill>
            <a:schemeClr val="dk2"/>
          </a:solidFill>
          <a:ln>
            <a:noFill/>
          </a:ln>
        </p:spPr>
      </p:sp>
      <p:sp>
        <p:nvSpPr>
          <p:cNvPr id="195" name="Google Shape;195;p31"/>
          <p:cNvSpPr txBox="1"/>
          <p:nvPr>
            <p:ph type="title"/>
          </p:nvPr>
        </p:nvSpPr>
        <p:spPr>
          <a:xfrm>
            <a:off x="137150" y="228600"/>
            <a:ext cx="5852100" cy="7404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900"/>
            </a:lvl1pPr>
            <a:lvl2pPr lvl="1">
              <a:lnSpc>
                <a:spcPct val="115000"/>
              </a:lnSpc>
              <a:spcBef>
                <a:spcPts val="0"/>
              </a:spcBef>
              <a:spcAft>
                <a:spcPts val="0"/>
              </a:spcAft>
              <a:buNone/>
              <a:defRPr>
                <a:latin typeface="Afacad Flux SemiBold"/>
                <a:ea typeface="Afacad Flux SemiBold"/>
                <a:cs typeface="Afacad Flux SemiBold"/>
                <a:sym typeface="Afacad Flux SemiBold"/>
              </a:defRPr>
            </a:lvl2pPr>
            <a:lvl3pPr lvl="2">
              <a:lnSpc>
                <a:spcPct val="115000"/>
              </a:lnSpc>
              <a:spcBef>
                <a:spcPts val="0"/>
              </a:spcBef>
              <a:spcAft>
                <a:spcPts val="0"/>
              </a:spcAft>
              <a:buNone/>
              <a:defRPr>
                <a:latin typeface="Afacad Flux SemiBold"/>
                <a:ea typeface="Afacad Flux SemiBold"/>
                <a:cs typeface="Afacad Flux SemiBold"/>
                <a:sym typeface="Afacad Flux SemiBold"/>
              </a:defRPr>
            </a:lvl3pPr>
            <a:lvl4pPr lvl="3">
              <a:lnSpc>
                <a:spcPct val="115000"/>
              </a:lnSpc>
              <a:spcBef>
                <a:spcPts val="0"/>
              </a:spcBef>
              <a:spcAft>
                <a:spcPts val="0"/>
              </a:spcAft>
              <a:buNone/>
              <a:defRPr>
                <a:latin typeface="Afacad Flux SemiBold"/>
                <a:ea typeface="Afacad Flux SemiBold"/>
                <a:cs typeface="Afacad Flux SemiBold"/>
                <a:sym typeface="Afacad Flux SemiBold"/>
              </a:defRPr>
            </a:lvl4pPr>
            <a:lvl5pPr lvl="4">
              <a:lnSpc>
                <a:spcPct val="115000"/>
              </a:lnSpc>
              <a:spcBef>
                <a:spcPts val="0"/>
              </a:spcBef>
              <a:spcAft>
                <a:spcPts val="0"/>
              </a:spcAft>
              <a:buNone/>
              <a:defRPr>
                <a:latin typeface="Afacad Flux SemiBold"/>
                <a:ea typeface="Afacad Flux SemiBold"/>
                <a:cs typeface="Afacad Flux SemiBold"/>
                <a:sym typeface="Afacad Flux SemiBold"/>
              </a:defRPr>
            </a:lvl5pPr>
            <a:lvl6pPr lvl="5">
              <a:lnSpc>
                <a:spcPct val="115000"/>
              </a:lnSpc>
              <a:spcBef>
                <a:spcPts val="0"/>
              </a:spcBef>
              <a:spcAft>
                <a:spcPts val="0"/>
              </a:spcAft>
              <a:buNone/>
              <a:defRPr>
                <a:latin typeface="Afacad Flux SemiBold"/>
                <a:ea typeface="Afacad Flux SemiBold"/>
                <a:cs typeface="Afacad Flux SemiBold"/>
                <a:sym typeface="Afacad Flux SemiBold"/>
              </a:defRPr>
            </a:lvl6pPr>
            <a:lvl7pPr lvl="6">
              <a:lnSpc>
                <a:spcPct val="115000"/>
              </a:lnSpc>
              <a:spcBef>
                <a:spcPts val="0"/>
              </a:spcBef>
              <a:spcAft>
                <a:spcPts val="0"/>
              </a:spcAft>
              <a:buNone/>
              <a:defRPr>
                <a:latin typeface="Afacad Flux SemiBold"/>
                <a:ea typeface="Afacad Flux SemiBold"/>
                <a:cs typeface="Afacad Flux SemiBold"/>
                <a:sym typeface="Afacad Flux SemiBold"/>
              </a:defRPr>
            </a:lvl7pPr>
            <a:lvl8pPr lvl="7">
              <a:lnSpc>
                <a:spcPct val="115000"/>
              </a:lnSpc>
              <a:spcBef>
                <a:spcPts val="0"/>
              </a:spcBef>
              <a:spcAft>
                <a:spcPts val="0"/>
              </a:spcAft>
              <a:buNone/>
              <a:defRPr>
                <a:latin typeface="Afacad Flux SemiBold"/>
                <a:ea typeface="Afacad Flux SemiBold"/>
                <a:cs typeface="Afacad Flux SemiBold"/>
                <a:sym typeface="Afacad Flux SemiBold"/>
              </a:defRPr>
            </a:lvl8pPr>
            <a:lvl9pPr lvl="8">
              <a:lnSpc>
                <a:spcPct val="115000"/>
              </a:lnSpc>
              <a:spcBef>
                <a:spcPts val="0"/>
              </a:spcBef>
              <a:spcAft>
                <a:spcPts val="0"/>
              </a:spcAft>
              <a:buNone/>
              <a:defRPr>
                <a:latin typeface="Afacad Flux SemiBold"/>
                <a:ea typeface="Afacad Flux SemiBold"/>
                <a:cs typeface="Afacad Flux SemiBold"/>
                <a:sym typeface="Afacad Flux SemiBold"/>
              </a:defRPr>
            </a:lvl9pPr>
          </a:lstStyle>
          <a:p/>
        </p:txBody>
      </p:sp>
      <p:sp>
        <p:nvSpPr>
          <p:cNvPr id="196" name="Google Shape;196;p31"/>
          <p:cNvSpPr txBox="1"/>
          <p:nvPr>
            <p:ph idx="1" type="body"/>
          </p:nvPr>
        </p:nvSpPr>
        <p:spPr>
          <a:xfrm>
            <a:off x="549475" y="3350701"/>
            <a:ext cx="2211300" cy="1256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0"/>
              </a:spcBef>
              <a:spcAft>
                <a:spcPts val="0"/>
              </a:spcAft>
              <a:buClr>
                <a:schemeClr val="lt1"/>
              </a:buClr>
              <a:buSzPts val="1000"/>
              <a:buFont typeface="Afacad Flux"/>
              <a:buChar char="○"/>
              <a:defRPr sz="1000"/>
            </a:lvl2pPr>
            <a:lvl3pPr indent="-292100" lvl="2" marL="1371600">
              <a:spcBef>
                <a:spcPts val="0"/>
              </a:spcBef>
              <a:spcAft>
                <a:spcPts val="0"/>
              </a:spcAft>
              <a:buClr>
                <a:schemeClr val="lt1"/>
              </a:buClr>
              <a:buSzPts val="1000"/>
              <a:buFont typeface="Afacad Flux"/>
              <a:buChar char="■"/>
              <a:defRPr sz="1000"/>
            </a:lvl3pPr>
            <a:lvl4pPr indent="-292100" lvl="3" marL="1828800">
              <a:spcBef>
                <a:spcPts val="0"/>
              </a:spcBef>
              <a:spcAft>
                <a:spcPts val="0"/>
              </a:spcAft>
              <a:buClr>
                <a:schemeClr val="lt1"/>
              </a:buClr>
              <a:buSzPts val="1000"/>
              <a:buFont typeface="Afacad Flux"/>
              <a:buChar char="●"/>
              <a:defRPr sz="1000"/>
            </a:lvl4pPr>
            <a:lvl5pPr indent="-292100" lvl="4" marL="2286000">
              <a:spcBef>
                <a:spcPts val="0"/>
              </a:spcBef>
              <a:spcAft>
                <a:spcPts val="0"/>
              </a:spcAft>
              <a:buClr>
                <a:schemeClr val="lt1"/>
              </a:buClr>
              <a:buSzPts val="1000"/>
              <a:buFont typeface="Afacad Flux"/>
              <a:buChar char="○"/>
              <a:defRPr sz="1000"/>
            </a:lvl5pPr>
            <a:lvl6pPr indent="-292100" lvl="5" marL="2743200">
              <a:spcBef>
                <a:spcPts val="0"/>
              </a:spcBef>
              <a:spcAft>
                <a:spcPts val="0"/>
              </a:spcAft>
              <a:buClr>
                <a:schemeClr val="lt1"/>
              </a:buClr>
              <a:buSzPts val="1000"/>
              <a:buFont typeface="Afacad Flux"/>
              <a:buChar char="■"/>
              <a:defRPr sz="1000"/>
            </a:lvl6pPr>
            <a:lvl7pPr indent="-292100" lvl="6" marL="3200400">
              <a:spcBef>
                <a:spcPts val="0"/>
              </a:spcBef>
              <a:spcAft>
                <a:spcPts val="0"/>
              </a:spcAft>
              <a:buClr>
                <a:schemeClr val="lt1"/>
              </a:buClr>
              <a:buSzPts val="1000"/>
              <a:buFont typeface="Afacad Flux"/>
              <a:buChar char="●"/>
              <a:defRPr sz="1000"/>
            </a:lvl7pPr>
            <a:lvl8pPr indent="-292100" lvl="7" marL="3657600">
              <a:spcBef>
                <a:spcPts val="0"/>
              </a:spcBef>
              <a:spcAft>
                <a:spcPts val="0"/>
              </a:spcAft>
              <a:buClr>
                <a:schemeClr val="lt1"/>
              </a:buClr>
              <a:buSzPts val="1000"/>
              <a:buFont typeface="Afacad Flux"/>
              <a:buChar char="○"/>
              <a:defRPr sz="1000"/>
            </a:lvl8pPr>
            <a:lvl9pPr indent="-292100" lvl="8" marL="4114800">
              <a:spcBef>
                <a:spcPts val="0"/>
              </a:spcBef>
              <a:spcAft>
                <a:spcPts val="0"/>
              </a:spcAft>
              <a:buClr>
                <a:schemeClr val="lt1"/>
              </a:buClr>
              <a:buSzPts val="1000"/>
              <a:buFont typeface="Afacad Flux"/>
              <a:buChar char="■"/>
              <a:defRPr sz="1000"/>
            </a:lvl9pPr>
          </a:lstStyle>
          <a:p/>
        </p:txBody>
      </p:sp>
      <p:sp>
        <p:nvSpPr>
          <p:cNvPr id="197" name="Google Shape;197;p31"/>
          <p:cNvSpPr txBox="1"/>
          <p:nvPr>
            <p:ph idx="3" type="body"/>
          </p:nvPr>
        </p:nvSpPr>
        <p:spPr>
          <a:xfrm>
            <a:off x="3466350" y="1734051"/>
            <a:ext cx="2211300" cy="1256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2"/>
              </a:buClr>
              <a:buSzPts val="1000"/>
              <a:buFont typeface="Afacad Flux"/>
              <a:buChar char="●"/>
              <a:defRPr sz="1000">
                <a:solidFill>
                  <a:schemeClr val="dk2"/>
                </a:solidFill>
              </a:defRPr>
            </a:lvl1pPr>
            <a:lvl2pPr indent="-292100" lvl="1" marL="914400">
              <a:spcBef>
                <a:spcPts val="0"/>
              </a:spcBef>
              <a:spcAft>
                <a:spcPts val="0"/>
              </a:spcAft>
              <a:buClr>
                <a:schemeClr val="dk2"/>
              </a:buClr>
              <a:buSzPts val="1000"/>
              <a:buFont typeface="Afacad Flux"/>
              <a:buChar char="○"/>
              <a:defRPr sz="1000">
                <a:solidFill>
                  <a:schemeClr val="dk2"/>
                </a:solidFill>
              </a:defRPr>
            </a:lvl2pPr>
            <a:lvl3pPr indent="-292100" lvl="2" marL="1371600">
              <a:spcBef>
                <a:spcPts val="0"/>
              </a:spcBef>
              <a:spcAft>
                <a:spcPts val="0"/>
              </a:spcAft>
              <a:buClr>
                <a:schemeClr val="dk2"/>
              </a:buClr>
              <a:buSzPts val="1000"/>
              <a:buFont typeface="Afacad Flux"/>
              <a:buChar char="■"/>
              <a:defRPr sz="1000">
                <a:solidFill>
                  <a:schemeClr val="dk2"/>
                </a:solidFill>
              </a:defRPr>
            </a:lvl3pPr>
            <a:lvl4pPr indent="-292100" lvl="3" marL="1828800">
              <a:spcBef>
                <a:spcPts val="0"/>
              </a:spcBef>
              <a:spcAft>
                <a:spcPts val="0"/>
              </a:spcAft>
              <a:buClr>
                <a:schemeClr val="dk2"/>
              </a:buClr>
              <a:buSzPts val="1000"/>
              <a:buFont typeface="Afacad Flux"/>
              <a:buChar char="●"/>
              <a:defRPr sz="1000">
                <a:solidFill>
                  <a:schemeClr val="dk2"/>
                </a:solidFill>
              </a:defRPr>
            </a:lvl4pPr>
            <a:lvl5pPr indent="-292100" lvl="4" marL="2286000">
              <a:spcBef>
                <a:spcPts val="0"/>
              </a:spcBef>
              <a:spcAft>
                <a:spcPts val="0"/>
              </a:spcAft>
              <a:buClr>
                <a:schemeClr val="dk2"/>
              </a:buClr>
              <a:buSzPts val="1000"/>
              <a:buFont typeface="Afacad Flux"/>
              <a:buChar char="○"/>
              <a:defRPr sz="1000">
                <a:solidFill>
                  <a:schemeClr val="dk2"/>
                </a:solidFill>
              </a:defRPr>
            </a:lvl5pPr>
            <a:lvl6pPr indent="-292100" lvl="5" marL="2743200">
              <a:spcBef>
                <a:spcPts val="0"/>
              </a:spcBef>
              <a:spcAft>
                <a:spcPts val="0"/>
              </a:spcAft>
              <a:buClr>
                <a:schemeClr val="dk2"/>
              </a:buClr>
              <a:buSzPts val="1000"/>
              <a:buFont typeface="Afacad Flux"/>
              <a:buChar char="■"/>
              <a:defRPr sz="1000">
                <a:solidFill>
                  <a:schemeClr val="dk2"/>
                </a:solidFill>
              </a:defRPr>
            </a:lvl6pPr>
            <a:lvl7pPr indent="-292100" lvl="6" marL="3200400">
              <a:spcBef>
                <a:spcPts val="0"/>
              </a:spcBef>
              <a:spcAft>
                <a:spcPts val="0"/>
              </a:spcAft>
              <a:buClr>
                <a:schemeClr val="dk2"/>
              </a:buClr>
              <a:buSzPts val="1000"/>
              <a:buFont typeface="Afacad Flux"/>
              <a:buChar char="●"/>
              <a:defRPr sz="1000">
                <a:solidFill>
                  <a:schemeClr val="dk2"/>
                </a:solidFill>
              </a:defRPr>
            </a:lvl7pPr>
            <a:lvl8pPr indent="-292100" lvl="7" marL="3657600">
              <a:spcBef>
                <a:spcPts val="0"/>
              </a:spcBef>
              <a:spcAft>
                <a:spcPts val="0"/>
              </a:spcAft>
              <a:buClr>
                <a:schemeClr val="dk2"/>
              </a:buClr>
              <a:buSzPts val="1000"/>
              <a:buFont typeface="Afacad Flux"/>
              <a:buChar char="○"/>
              <a:defRPr sz="1000">
                <a:solidFill>
                  <a:schemeClr val="dk2"/>
                </a:solidFill>
              </a:defRPr>
            </a:lvl8pPr>
            <a:lvl9pPr indent="-292100" lvl="8" marL="4114800">
              <a:spcBef>
                <a:spcPts val="0"/>
              </a:spcBef>
              <a:spcAft>
                <a:spcPts val="0"/>
              </a:spcAft>
              <a:buClr>
                <a:schemeClr val="dk2"/>
              </a:buClr>
              <a:buSzPts val="1000"/>
              <a:buFont typeface="Afacad Flux"/>
              <a:buChar char="■"/>
              <a:defRPr sz="1000">
                <a:solidFill>
                  <a:schemeClr val="dk2"/>
                </a:solidFill>
              </a:defRPr>
            </a:lvl9pPr>
          </a:lstStyle>
          <a:p/>
        </p:txBody>
      </p:sp>
      <p:sp>
        <p:nvSpPr>
          <p:cNvPr id="198" name="Google Shape;198;p31"/>
          <p:cNvSpPr txBox="1"/>
          <p:nvPr>
            <p:ph idx="4" type="body"/>
          </p:nvPr>
        </p:nvSpPr>
        <p:spPr>
          <a:xfrm>
            <a:off x="6383225" y="3350701"/>
            <a:ext cx="2211300" cy="1256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Afacad Flux"/>
              <a:buChar char="●"/>
              <a:defRPr sz="1000"/>
            </a:lvl1pPr>
            <a:lvl2pPr indent="-292100" lvl="1" marL="914400">
              <a:spcBef>
                <a:spcPts val="0"/>
              </a:spcBef>
              <a:spcAft>
                <a:spcPts val="0"/>
              </a:spcAft>
              <a:buClr>
                <a:schemeClr val="lt1"/>
              </a:buClr>
              <a:buSzPts val="1000"/>
              <a:buFont typeface="Afacad Flux"/>
              <a:buChar char="○"/>
              <a:defRPr sz="1000"/>
            </a:lvl2pPr>
            <a:lvl3pPr indent="-292100" lvl="2" marL="1371600">
              <a:spcBef>
                <a:spcPts val="0"/>
              </a:spcBef>
              <a:spcAft>
                <a:spcPts val="0"/>
              </a:spcAft>
              <a:buClr>
                <a:schemeClr val="lt1"/>
              </a:buClr>
              <a:buSzPts val="1000"/>
              <a:buFont typeface="Afacad Flux"/>
              <a:buChar char="■"/>
              <a:defRPr sz="1000"/>
            </a:lvl3pPr>
            <a:lvl4pPr indent="-292100" lvl="3" marL="1828800">
              <a:spcBef>
                <a:spcPts val="0"/>
              </a:spcBef>
              <a:spcAft>
                <a:spcPts val="0"/>
              </a:spcAft>
              <a:buClr>
                <a:schemeClr val="lt1"/>
              </a:buClr>
              <a:buSzPts val="1000"/>
              <a:buFont typeface="Afacad Flux"/>
              <a:buChar char="●"/>
              <a:defRPr sz="1000"/>
            </a:lvl4pPr>
            <a:lvl5pPr indent="-292100" lvl="4" marL="2286000">
              <a:spcBef>
                <a:spcPts val="0"/>
              </a:spcBef>
              <a:spcAft>
                <a:spcPts val="0"/>
              </a:spcAft>
              <a:buClr>
                <a:schemeClr val="lt1"/>
              </a:buClr>
              <a:buSzPts val="1000"/>
              <a:buFont typeface="Afacad Flux"/>
              <a:buChar char="○"/>
              <a:defRPr sz="1000"/>
            </a:lvl5pPr>
            <a:lvl6pPr indent="-292100" lvl="5" marL="2743200">
              <a:spcBef>
                <a:spcPts val="0"/>
              </a:spcBef>
              <a:spcAft>
                <a:spcPts val="0"/>
              </a:spcAft>
              <a:buClr>
                <a:schemeClr val="lt1"/>
              </a:buClr>
              <a:buSzPts val="1000"/>
              <a:buFont typeface="Afacad Flux"/>
              <a:buChar char="■"/>
              <a:defRPr sz="1000"/>
            </a:lvl6pPr>
            <a:lvl7pPr indent="-292100" lvl="6" marL="3200400">
              <a:spcBef>
                <a:spcPts val="0"/>
              </a:spcBef>
              <a:spcAft>
                <a:spcPts val="0"/>
              </a:spcAft>
              <a:buClr>
                <a:schemeClr val="lt1"/>
              </a:buClr>
              <a:buSzPts val="1000"/>
              <a:buFont typeface="Afacad Flux"/>
              <a:buChar char="●"/>
              <a:defRPr sz="1000"/>
            </a:lvl7pPr>
            <a:lvl8pPr indent="-292100" lvl="7" marL="3657600">
              <a:spcBef>
                <a:spcPts val="0"/>
              </a:spcBef>
              <a:spcAft>
                <a:spcPts val="0"/>
              </a:spcAft>
              <a:buClr>
                <a:schemeClr val="lt1"/>
              </a:buClr>
              <a:buSzPts val="1000"/>
              <a:buFont typeface="Afacad Flux"/>
              <a:buChar char="○"/>
              <a:defRPr sz="1000"/>
            </a:lvl8pPr>
            <a:lvl9pPr indent="-292100" lvl="8" marL="4114800">
              <a:spcBef>
                <a:spcPts val="0"/>
              </a:spcBef>
              <a:spcAft>
                <a:spcPts val="0"/>
              </a:spcAft>
              <a:buClr>
                <a:schemeClr val="lt1"/>
              </a:buClr>
              <a:buSzPts val="1000"/>
              <a:buFont typeface="Afacad Flux"/>
              <a:buChar char="■"/>
              <a:defRPr sz="1000"/>
            </a:lvl9pPr>
          </a:lstStyle>
          <a:p/>
        </p:txBody>
      </p:sp>
      <p:sp>
        <p:nvSpPr>
          <p:cNvPr id="199" name="Google Shape;199;p31"/>
          <p:cNvSpPr txBox="1"/>
          <p:nvPr>
            <p:ph idx="5" type="subTitle"/>
          </p:nvPr>
        </p:nvSpPr>
        <p:spPr>
          <a:xfrm>
            <a:off x="555175" y="2986800"/>
            <a:ext cx="2211300" cy="257100"/>
          </a:xfrm>
          <a:prstGeom prst="rect">
            <a:avLst/>
          </a:prstGeom>
        </p:spPr>
        <p:txBody>
          <a:bodyPr anchorCtr="0" anchor="t" bIns="0" lIns="0" spcFirstLastPara="1" rIns="0" wrap="square" tIns="0">
            <a:noAutofit/>
          </a:bodyPr>
          <a:lstStyle>
            <a:lvl1pPr lvl="0">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1pPr>
            <a:lvl2pPr lvl="1">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2pPr>
            <a:lvl3pPr lvl="2">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3pPr>
            <a:lvl4pPr lvl="3">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4pPr>
            <a:lvl5pPr lvl="4">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5pPr>
            <a:lvl6pPr lvl="5">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6pPr>
            <a:lvl7pPr lvl="6">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7pPr>
            <a:lvl8pPr lvl="7">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8pPr>
            <a:lvl9pPr lvl="8">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9pPr>
          </a:lstStyle>
          <a:p/>
        </p:txBody>
      </p:sp>
      <p:sp>
        <p:nvSpPr>
          <p:cNvPr id="200" name="Google Shape;200;p31"/>
          <p:cNvSpPr txBox="1"/>
          <p:nvPr>
            <p:ph idx="6" type="subTitle"/>
          </p:nvPr>
        </p:nvSpPr>
        <p:spPr>
          <a:xfrm>
            <a:off x="3473338" y="1372065"/>
            <a:ext cx="2211300" cy="2571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1pPr>
            <a:lvl2pPr lvl="1">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2pPr>
            <a:lvl3pPr lvl="2">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3pPr>
            <a:lvl4pPr lvl="3">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4pPr>
            <a:lvl5pPr lvl="4">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5pPr>
            <a:lvl6pPr lvl="5">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6pPr>
            <a:lvl7pPr lvl="6">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7pPr>
            <a:lvl8pPr lvl="7">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8pPr>
            <a:lvl9pPr lvl="8">
              <a:spcBef>
                <a:spcPts val="0"/>
              </a:spcBef>
              <a:spcAft>
                <a:spcPts val="0"/>
              </a:spcAft>
              <a:buClr>
                <a:schemeClr val="dk2"/>
              </a:buClr>
              <a:buSzPts val="1400"/>
              <a:buFont typeface="Afacad Flux SemiBold"/>
              <a:buNone/>
              <a:defRPr sz="1400">
                <a:solidFill>
                  <a:schemeClr val="dk2"/>
                </a:solidFill>
                <a:latin typeface="Afacad Flux SemiBold"/>
                <a:ea typeface="Afacad Flux SemiBold"/>
                <a:cs typeface="Afacad Flux SemiBold"/>
                <a:sym typeface="Afacad Flux SemiBold"/>
              </a:defRPr>
            </a:lvl9pPr>
          </a:lstStyle>
          <a:p/>
        </p:txBody>
      </p:sp>
      <p:sp>
        <p:nvSpPr>
          <p:cNvPr id="201" name="Google Shape;201;p31"/>
          <p:cNvSpPr txBox="1"/>
          <p:nvPr>
            <p:ph idx="7" type="subTitle"/>
          </p:nvPr>
        </p:nvSpPr>
        <p:spPr>
          <a:xfrm>
            <a:off x="6391513" y="2989840"/>
            <a:ext cx="2211300" cy="257100"/>
          </a:xfrm>
          <a:prstGeom prst="rect">
            <a:avLst/>
          </a:prstGeom>
        </p:spPr>
        <p:txBody>
          <a:bodyPr anchorCtr="0" anchor="t" bIns="0" lIns="0" spcFirstLastPara="1" rIns="0" wrap="square" tIns="0">
            <a:noAutofit/>
          </a:bodyPr>
          <a:lstStyle>
            <a:lvl1pPr lvl="0">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1pPr>
            <a:lvl2pPr lvl="1">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2pPr>
            <a:lvl3pPr lvl="2">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3pPr>
            <a:lvl4pPr lvl="3">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4pPr>
            <a:lvl5pPr lvl="4">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5pPr>
            <a:lvl6pPr lvl="5">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6pPr>
            <a:lvl7pPr lvl="6">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7pPr>
            <a:lvl8pPr lvl="7">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8pPr>
            <a:lvl9pPr lvl="8">
              <a:spcBef>
                <a:spcPts val="0"/>
              </a:spcBef>
              <a:spcAft>
                <a:spcPts val="0"/>
              </a:spcAft>
              <a:buSzPts val="1400"/>
              <a:buFont typeface="Afacad Flux SemiBold"/>
              <a:buNone/>
              <a:defRPr sz="1400">
                <a:latin typeface="Afacad Flux SemiBold"/>
                <a:ea typeface="Afacad Flux SemiBold"/>
                <a:cs typeface="Afacad Flux SemiBold"/>
                <a:sym typeface="Afacad Flux SemiBold"/>
              </a:defRPr>
            </a:lvl9pPr>
          </a:lstStyle>
          <a:p/>
        </p:txBody>
      </p:sp>
      <p:sp>
        <p:nvSpPr>
          <p:cNvPr id="202" name="Google Shape;202;p31"/>
          <p:cNvSpPr/>
          <p:nvPr>
            <p:ph idx="8" type="pic"/>
          </p:nvPr>
        </p:nvSpPr>
        <p:spPr>
          <a:xfrm>
            <a:off x="228600" y="1111975"/>
            <a:ext cx="2816400" cy="1492800"/>
          </a:xfrm>
          <a:prstGeom prst="roundRect">
            <a:avLst>
              <a:gd fmla="val 50000" name="adj"/>
            </a:avLst>
          </a:prstGeom>
          <a:solidFill>
            <a:schemeClr val="dk2"/>
          </a:solidFill>
          <a:ln>
            <a:noFill/>
          </a:ln>
        </p:spPr>
      </p:sp>
      <p:sp>
        <p:nvSpPr>
          <p:cNvPr id="203" name="Google Shape;203;p31"/>
          <p:cNvSpPr/>
          <p:nvPr>
            <p:ph idx="9" type="pic"/>
          </p:nvPr>
        </p:nvSpPr>
        <p:spPr>
          <a:xfrm>
            <a:off x="6099000" y="1111975"/>
            <a:ext cx="2816400" cy="1492800"/>
          </a:xfrm>
          <a:prstGeom prst="roundRect">
            <a:avLst>
              <a:gd fmla="val 50000" name="adj"/>
            </a:avLst>
          </a:prstGeom>
          <a:solidFill>
            <a:schemeClr val="dk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
    <p:bg>
      <p:bgPr>
        <a:solidFill>
          <a:schemeClr val="accent5"/>
        </a:solidFill>
      </p:bgPr>
    </p:bg>
    <p:spTree>
      <p:nvGrpSpPr>
        <p:cNvPr id="204" name="Shape 204"/>
        <p:cNvGrpSpPr/>
        <p:nvPr/>
      </p:nvGrpSpPr>
      <p:grpSpPr>
        <a:xfrm>
          <a:off x="0" y="0"/>
          <a:ext cx="0" cy="0"/>
          <a:chOff x="0" y="0"/>
          <a:chExt cx="0" cy="0"/>
        </a:xfrm>
      </p:grpSpPr>
      <p:sp>
        <p:nvSpPr>
          <p:cNvPr id="205" name="Google Shape;205;p32"/>
          <p:cNvSpPr/>
          <p:nvPr/>
        </p:nvSpPr>
        <p:spPr>
          <a:xfrm flipH="1" rot="10800000">
            <a:off x="225325" y="225450"/>
            <a:ext cx="6483000" cy="3256800"/>
          </a:xfrm>
          <a:prstGeom prst="round1Rect">
            <a:avLst>
              <a:gd fmla="val 1638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206" name="Google Shape;206;p32"/>
          <p:cNvSpPr/>
          <p:nvPr/>
        </p:nvSpPr>
        <p:spPr>
          <a:xfrm flipH="1">
            <a:off x="5600700" y="3575950"/>
            <a:ext cx="1108200" cy="1108200"/>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207" name="Google Shape;207;p32"/>
          <p:cNvSpPr/>
          <p:nvPr/>
        </p:nvSpPr>
        <p:spPr>
          <a:xfrm>
            <a:off x="6802800" y="228600"/>
            <a:ext cx="2112600" cy="4455600"/>
          </a:xfrm>
          <a:prstGeom prst="roundRect">
            <a:avLst>
              <a:gd fmla="val 3286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lt1"/>
              </a:solidFill>
              <a:latin typeface="Afacad Flux Medium"/>
              <a:ea typeface="Afacad Flux Medium"/>
              <a:cs typeface="Afacad Flux Medium"/>
              <a:sym typeface="Afacad Flux Medium"/>
            </a:endParaRPr>
          </a:p>
        </p:txBody>
      </p:sp>
      <p:sp>
        <p:nvSpPr>
          <p:cNvPr id="208" name="Google Shape;208;p32"/>
          <p:cNvSpPr txBox="1"/>
          <p:nvPr>
            <p:ph type="title"/>
          </p:nvPr>
        </p:nvSpPr>
        <p:spPr>
          <a:xfrm>
            <a:off x="462225" y="493150"/>
            <a:ext cx="5944800" cy="15735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7200">
                <a:solidFill>
                  <a:schemeClr val="accent1"/>
                </a:solidFill>
                <a:latin typeface="Afacad Flux Medium"/>
                <a:ea typeface="Afacad Flux Medium"/>
                <a:cs typeface="Afacad Flux Medium"/>
                <a:sym typeface="Afacad Flux Medium"/>
              </a:defRPr>
            </a:lvl1pPr>
            <a:lvl2pPr lvl="1">
              <a:lnSpc>
                <a:spcPct val="115000"/>
              </a:lnSpc>
              <a:spcBef>
                <a:spcPts val="0"/>
              </a:spcBef>
              <a:spcAft>
                <a:spcPts val="0"/>
              </a:spcAft>
              <a:buNone/>
              <a:defRPr sz="7200">
                <a:solidFill>
                  <a:schemeClr val="accent1"/>
                </a:solidFill>
              </a:defRPr>
            </a:lvl2pPr>
            <a:lvl3pPr lvl="2">
              <a:lnSpc>
                <a:spcPct val="115000"/>
              </a:lnSpc>
              <a:spcBef>
                <a:spcPts val="0"/>
              </a:spcBef>
              <a:spcAft>
                <a:spcPts val="0"/>
              </a:spcAft>
              <a:buNone/>
              <a:defRPr sz="7200">
                <a:solidFill>
                  <a:schemeClr val="accent1"/>
                </a:solidFill>
              </a:defRPr>
            </a:lvl3pPr>
            <a:lvl4pPr lvl="3">
              <a:lnSpc>
                <a:spcPct val="115000"/>
              </a:lnSpc>
              <a:spcBef>
                <a:spcPts val="0"/>
              </a:spcBef>
              <a:spcAft>
                <a:spcPts val="0"/>
              </a:spcAft>
              <a:buNone/>
              <a:defRPr sz="7200">
                <a:solidFill>
                  <a:schemeClr val="accent1"/>
                </a:solidFill>
              </a:defRPr>
            </a:lvl4pPr>
            <a:lvl5pPr lvl="4">
              <a:lnSpc>
                <a:spcPct val="115000"/>
              </a:lnSpc>
              <a:spcBef>
                <a:spcPts val="0"/>
              </a:spcBef>
              <a:spcAft>
                <a:spcPts val="0"/>
              </a:spcAft>
              <a:buNone/>
              <a:defRPr sz="7200">
                <a:solidFill>
                  <a:schemeClr val="accent1"/>
                </a:solidFill>
              </a:defRPr>
            </a:lvl5pPr>
            <a:lvl6pPr lvl="5">
              <a:lnSpc>
                <a:spcPct val="115000"/>
              </a:lnSpc>
              <a:spcBef>
                <a:spcPts val="0"/>
              </a:spcBef>
              <a:spcAft>
                <a:spcPts val="0"/>
              </a:spcAft>
              <a:buNone/>
              <a:defRPr sz="7200">
                <a:solidFill>
                  <a:schemeClr val="accent1"/>
                </a:solidFill>
              </a:defRPr>
            </a:lvl6pPr>
            <a:lvl7pPr lvl="6">
              <a:lnSpc>
                <a:spcPct val="115000"/>
              </a:lnSpc>
              <a:spcBef>
                <a:spcPts val="0"/>
              </a:spcBef>
              <a:spcAft>
                <a:spcPts val="0"/>
              </a:spcAft>
              <a:buNone/>
              <a:defRPr sz="7200">
                <a:solidFill>
                  <a:schemeClr val="accent1"/>
                </a:solidFill>
              </a:defRPr>
            </a:lvl7pPr>
            <a:lvl8pPr lvl="7">
              <a:lnSpc>
                <a:spcPct val="115000"/>
              </a:lnSpc>
              <a:spcBef>
                <a:spcPts val="0"/>
              </a:spcBef>
              <a:spcAft>
                <a:spcPts val="0"/>
              </a:spcAft>
              <a:buNone/>
              <a:defRPr sz="7200">
                <a:solidFill>
                  <a:schemeClr val="accent1"/>
                </a:solidFill>
              </a:defRPr>
            </a:lvl8pPr>
            <a:lvl9pPr lvl="8">
              <a:lnSpc>
                <a:spcPct val="115000"/>
              </a:lnSpc>
              <a:spcBef>
                <a:spcPts val="0"/>
              </a:spcBef>
              <a:spcAft>
                <a:spcPts val="0"/>
              </a:spcAft>
              <a:buNone/>
              <a:defRPr sz="7200">
                <a:solidFill>
                  <a:schemeClr val="accent1"/>
                </a:solidFill>
              </a:defRPr>
            </a:lvl9pPr>
          </a:lstStyle>
          <a:p/>
        </p:txBody>
      </p:sp>
      <p:sp>
        <p:nvSpPr>
          <p:cNvPr id="209" name="Google Shape;209;p32"/>
          <p:cNvSpPr txBox="1"/>
          <p:nvPr>
            <p:ph idx="1" type="subTitle"/>
          </p:nvPr>
        </p:nvSpPr>
        <p:spPr>
          <a:xfrm>
            <a:off x="467375" y="2472638"/>
            <a:ext cx="5557200" cy="6687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1800"/>
              <a:buFont typeface="Afacad Flux"/>
              <a:buNone/>
              <a:defRPr>
                <a:solidFill>
                  <a:schemeClr val="dk2"/>
                </a:solidFill>
                <a:latin typeface="Afacad Flux"/>
                <a:ea typeface="Afacad Flux"/>
                <a:cs typeface="Afacad Flux"/>
                <a:sym typeface="Afacad Flux"/>
              </a:defRPr>
            </a:lvl1pPr>
            <a:lvl2pPr lvl="1">
              <a:spcBef>
                <a:spcPts val="0"/>
              </a:spcBef>
              <a:spcAft>
                <a:spcPts val="0"/>
              </a:spcAft>
              <a:buClr>
                <a:schemeClr val="dk2"/>
              </a:buClr>
              <a:buSzPts val="1800"/>
              <a:buNone/>
              <a:defRPr>
                <a:solidFill>
                  <a:schemeClr val="dk2"/>
                </a:solidFill>
              </a:defRPr>
            </a:lvl2pPr>
            <a:lvl3pPr lvl="2">
              <a:spcBef>
                <a:spcPts val="0"/>
              </a:spcBef>
              <a:spcAft>
                <a:spcPts val="0"/>
              </a:spcAft>
              <a:buClr>
                <a:schemeClr val="dk2"/>
              </a:buClr>
              <a:buSzPts val="1800"/>
              <a:buNone/>
              <a:defRPr>
                <a:solidFill>
                  <a:schemeClr val="dk2"/>
                </a:solidFill>
              </a:defRPr>
            </a:lvl3pPr>
            <a:lvl4pPr lvl="3">
              <a:spcBef>
                <a:spcPts val="0"/>
              </a:spcBef>
              <a:spcAft>
                <a:spcPts val="0"/>
              </a:spcAft>
              <a:buClr>
                <a:schemeClr val="dk2"/>
              </a:buClr>
              <a:buSzPts val="1800"/>
              <a:buNone/>
              <a:defRPr>
                <a:solidFill>
                  <a:schemeClr val="dk2"/>
                </a:solidFill>
              </a:defRPr>
            </a:lvl4pPr>
            <a:lvl5pPr lvl="4">
              <a:spcBef>
                <a:spcPts val="0"/>
              </a:spcBef>
              <a:spcAft>
                <a:spcPts val="0"/>
              </a:spcAft>
              <a:buClr>
                <a:schemeClr val="dk2"/>
              </a:buClr>
              <a:buSzPts val="1800"/>
              <a:buNone/>
              <a:defRPr>
                <a:solidFill>
                  <a:schemeClr val="dk2"/>
                </a:solidFill>
              </a:defRPr>
            </a:lvl5pPr>
            <a:lvl6pPr lvl="5">
              <a:spcBef>
                <a:spcPts val="0"/>
              </a:spcBef>
              <a:spcAft>
                <a:spcPts val="0"/>
              </a:spcAft>
              <a:buClr>
                <a:schemeClr val="dk2"/>
              </a:buClr>
              <a:buSzPts val="1800"/>
              <a:buNone/>
              <a:defRPr>
                <a:solidFill>
                  <a:schemeClr val="dk2"/>
                </a:solidFill>
              </a:defRPr>
            </a:lvl6pPr>
            <a:lvl7pPr lvl="6">
              <a:spcBef>
                <a:spcPts val="0"/>
              </a:spcBef>
              <a:spcAft>
                <a:spcPts val="0"/>
              </a:spcAft>
              <a:buClr>
                <a:schemeClr val="dk2"/>
              </a:buClr>
              <a:buSzPts val="1800"/>
              <a:buNone/>
              <a:defRPr>
                <a:solidFill>
                  <a:schemeClr val="dk2"/>
                </a:solidFill>
              </a:defRPr>
            </a:lvl7pPr>
            <a:lvl8pPr lvl="7">
              <a:spcBef>
                <a:spcPts val="0"/>
              </a:spcBef>
              <a:spcAft>
                <a:spcPts val="0"/>
              </a:spcAft>
              <a:buClr>
                <a:schemeClr val="dk2"/>
              </a:buClr>
              <a:buSzPts val="1800"/>
              <a:buNone/>
              <a:defRPr>
                <a:solidFill>
                  <a:schemeClr val="dk2"/>
                </a:solidFill>
              </a:defRPr>
            </a:lvl8pPr>
            <a:lvl9pPr lvl="8">
              <a:spcBef>
                <a:spcPts val="0"/>
              </a:spcBef>
              <a:spcAft>
                <a:spcPts val="0"/>
              </a:spcAft>
              <a:buClr>
                <a:schemeClr val="dk2"/>
              </a:buClr>
              <a:buSzPts val="1800"/>
              <a:buNone/>
              <a:defRPr>
                <a:solidFill>
                  <a:schemeClr val="dk2"/>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CUSTOM_2">
    <p:spTree>
      <p:nvGrpSpPr>
        <p:cNvPr id="210" name="Shape 210"/>
        <p:cNvGrpSpPr/>
        <p:nvPr/>
      </p:nvGrpSpPr>
      <p:grpSpPr>
        <a:xfrm>
          <a:off x="0" y="0"/>
          <a:ext cx="0" cy="0"/>
          <a:chOff x="0" y="0"/>
          <a:chExt cx="0" cy="0"/>
        </a:xfrm>
      </p:grpSpPr>
      <p:pic>
        <p:nvPicPr>
          <p:cNvPr descr="A mountain range reflected on a river. " id="211" name="Google Shape;211;p33"/>
          <p:cNvPicPr preferRelativeResize="0"/>
          <p:nvPr/>
        </p:nvPicPr>
        <p:blipFill rotWithShape="1">
          <a:blip r:embed="rId2">
            <a:alphaModFix/>
          </a:blip>
          <a:srcRect b="0" l="259" r="259" t="0"/>
          <a:stretch/>
        </p:blipFill>
        <p:spPr>
          <a:xfrm>
            <a:off x="1327205" y="0"/>
            <a:ext cx="7802880" cy="5143502"/>
          </a:xfrm>
          <a:prstGeom prst="rect">
            <a:avLst/>
          </a:prstGeom>
          <a:noFill/>
          <a:ln>
            <a:noFill/>
          </a:ln>
        </p:spPr>
      </p:pic>
      <p:grpSp>
        <p:nvGrpSpPr>
          <p:cNvPr id="212" name="Google Shape;212;p33"/>
          <p:cNvGrpSpPr/>
          <p:nvPr/>
        </p:nvGrpSpPr>
        <p:grpSpPr>
          <a:xfrm>
            <a:off x="-13905" y="-1783804"/>
            <a:ext cx="10953439" cy="6927293"/>
            <a:chOff x="0" y="-1705500"/>
            <a:chExt cx="10871900" cy="6852600"/>
          </a:xfrm>
        </p:grpSpPr>
        <p:sp>
          <p:nvSpPr>
            <p:cNvPr id="213" name="Google Shape;213;p33"/>
            <p:cNvSpPr/>
            <p:nvPr/>
          </p:nvSpPr>
          <p:spPr>
            <a:xfrm>
              <a:off x="0" y="0"/>
              <a:ext cx="57429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facad Flux"/>
                <a:ea typeface="Afacad Flux"/>
                <a:cs typeface="Afacad Flux"/>
                <a:sym typeface="Afacad Flux"/>
              </a:endParaRPr>
            </a:p>
          </p:txBody>
        </p:sp>
        <p:sp>
          <p:nvSpPr>
            <p:cNvPr id="214" name="Google Shape;214;p33"/>
            <p:cNvSpPr/>
            <p:nvPr/>
          </p:nvSpPr>
          <p:spPr>
            <a:xfrm rot="5400000">
              <a:off x="7437975" y="-1705200"/>
              <a:ext cx="3410700" cy="3410100"/>
            </a:xfrm>
            <a:prstGeom prst="pie">
              <a:avLst>
                <a:gd fmla="val 21598135" name="adj1"/>
                <a:gd fmla="val 5402975"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facad Flux"/>
                <a:ea typeface="Afacad Flux"/>
                <a:cs typeface="Afacad Flux"/>
                <a:sym typeface="Afacad Flux"/>
              </a:endParaRPr>
            </a:p>
          </p:txBody>
        </p:sp>
        <p:sp>
          <p:nvSpPr>
            <p:cNvPr id="215" name="Google Shape;215;p33"/>
            <p:cNvSpPr/>
            <p:nvPr/>
          </p:nvSpPr>
          <p:spPr>
            <a:xfrm rot="5400000">
              <a:off x="7430300" y="1705500"/>
              <a:ext cx="3441900" cy="3441300"/>
            </a:xfrm>
            <a:prstGeom prst="pie">
              <a:avLst>
                <a:gd fmla="val 0" name="adj1"/>
                <a:gd fmla="val 10786701"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facad Flux"/>
                <a:ea typeface="Afacad Flux"/>
                <a:cs typeface="Afacad Flux"/>
                <a:sym typeface="Afacad Flux"/>
              </a:endParaRPr>
            </a:p>
          </p:txBody>
        </p:sp>
        <p:sp>
          <p:nvSpPr>
            <p:cNvPr id="216" name="Google Shape;216;p33"/>
            <p:cNvSpPr/>
            <p:nvPr/>
          </p:nvSpPr>
          <p:spPr>
            <a:xfrm flipH="1" rot="-5400000">
              <a:off x="4020200" y="-1705200"/>
              <a:ext cx="3410700" cy="3410100"/>
            </a:xfrm>
            <a:prstGeom prst="pie">
              <a:avLst>
                <a:gd fmla="val 21598135" name="adj1"/>
                <a:gd fmla="val 5402975"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facad Flux"/>
                <a:ea typeface="Afacad Flux"/>
                <a:cs typeface="Afacad Flux"/>
                <a:sym typeface="Afacad Flux"/>
              </a:endParaRPr>
            </a:p>
          </p:txBody>
        </p:sp>
        <p:sp>
          <p:nvSpPr>
            <p:cNvPr id="217" name="Google Shape;217;p33"/>
            <p:cNvSpPr/>
            <p:nvPr/>
          </p:nvSpPr>
          <p:spPr>
            <a:xfrm flipH="1" rot="-5400000">
              <a:off x="3996675" y="1705500"/>
              <a:ext cx="3441900" cy="3441300"/>
            </a:xfrm>
            <a:prstGeom prst="pie">
              <a:avLst>
                <a:gd fmla="val 0" name="adj1"/>
                <a:gd fmla="val 10786701"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facad Flux"/>
                <a:ea typeface="Afacad Flux"/>
                <a:cs typeface="Afacad Flux"/>
                <a:sym typeface="Afacad Flux"/>
              </a:endParaRPr>
            </a:p>
          </p:txBody>
        </p:sp>
      </p:grpSp>
      <p:sp>
        <p:nvSpPr>
          <p:cNvPr id="218" name="Google Shape;218;p33"/>
          <p:cNvSpPr txBox="1"/>
          <p:nvPr>
            <p:ph type="title"/>
          </p:nvPr>
        </p:nvSpPr>
        <p:spPr>
          <a:xfrm>
            <a:off x="228600" y="251551"/>
            <a:ext cx="6665700" cy="2625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8000">
                <a:latin typeface="Afacad Flux Medium"/>
                <a:ea typeface="Afacad Flux Medium"/>
                <a:cs typeface="Afacad Flux Medium"/>
                <a:sym typeface="Afacad Flux Medium"/>
              </a:defRPr>
            </a:lvl1pPr>
            <a:lvl2pPr lvl="1">
              <a:lnSpc>
                <a:spcPct val="115000"/>
              </a:lnSpc>
              <a:spcBef>
                <a:spcPts val="0"/>
              </a:spcBef>
              <a:spcAft>
                <a:spcPts val="0"/>
              </a:spcAft>
              <a:buNone/>
              <a:defRPr sz="8000"/>
            </a:lvl2pPr>
            <a:lvl3pPr lvl="2">
              <a:lnSpc>
                <a:spcPct val="115000"/>
              </a:lnSpc>
              <a:spcBef>
                <a:spcPts val="0"/>
              </a:spcBef>
              <a:spcAft>
                <a:spcPts val="0"/>
              </a:spcAft>
              <a:buNone/>
              <a:defRPr sz="8000"/>
            </a:lvl3pPr>
            <a:lvl4pPr lvl="3">
              <a:lnSpc>
                <a:spcPct val="115000"/>
              </a:lnSpc>
              <a:spcBef>
                <a:spcPts val="0"/>
              </a:spcBef>
              <a:spcAft>
                <a:spcPts val="0"/>
              </a:spcAft>
              <a:buNone/>
              <a:defRPr sz="8000"/>
            </a:lvl4pPr>
            <a:lvl5pPr lvl="4">
              <a:lnSpc>
                <a:spcPct val="115000"/>
              </a:lnSpc>
              <a:spcBef>
                <a:spcPts val="0"/>
              </a:spcBef>
              <a:spcAft>
                <a:spcPts val="0"/>
              </a:spcAft>
              <a:buNone/>
              <a:defRPr sz="8000"/>
            </a:lvl5pPr>
            <a:lvl6pPr lvl="5">
              <a:lnSpc>
                <a:spcPct val="115000"/>
              </a:lnSpc>
              <a:spcBef>
                <a:spcPts val="0"/>
              </a:spcBef>
              <a:spcAft>
                <a:spcPts val="0"/>
              </a:spcAft>
              <a:buNone/>
              <a:defRPr sz="8000"/>
            </a:lvl6pPr>
            <a:lvl7pPr lvl="6">
              <a:lnSpc>
                <a:spcPct val="115000"/>
              </a:lnSpc>
              <a:spcBef>
                <a:spcPts val="0"/>
              </a:spcBef>
              <a:spcAft>
                <a:spcPts val="0"/>
              </a:spcAft>
              <a:buNone/>
              <a:defRPr sz="8000"/>
            </a:lvl7pPr>
            <a:lvl8pPr lvl="7">
              <a:lnSpc>
                <a:spcPct val="115000"/>
              </a:lnSpc>
              <a:spcBef>
                <a:spcPts val="0"/>
              </a:spcBef>
              <a:spcAft>
                <a:spcPts val="0"/>
              </a:spcAft>
              <a:buNone/>
              <a:defRPr sz="8000"/>
            </a:lvl8pPr>
            <a:lvl9pPr lvl="8">
              <a:lnSpc>
                <a:spcPct val="115000"/>
              </a:lnSpc>
              <a:spcBef>
                <a:spcPts val="0"/>
              </a:spcBef>
              <a:spcAft>
                <a:spcPts val="0"/>
              </a:spcAft>
              <a:buNone/>
              <a:defRPr sz="8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9" name="Shape 219"/>
        <p:cNvGrpSpPr/>
        <p:nvPr/>
      </p:nvGrpSpPr>
      <p:grpSpPr>
        <a:xfrm>
          <a:off x="0" y="0"/>
          <a:ext cx="0" cy="0"/>
          <a:chOff x="0" y="0"/>
          <a:chExt cx="0" cy="0"/>
        </a:xfrm>
      </p:grpSpPr>
      <p:sp>
        <p:nvSpPr>
          <p:cNvPr id="220" name="Google Shape;220;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1" name="Google Shape;221;p34"/>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22" name="Shape 222"/>
        <p:cNvGrpSpPr/>
        <p:nvPr/>
      </p:nvGrpSpPr>
      <p:grpSpPr>
        <a:xfrm>
          <a:off x="0" y="0"/>
          <a:ext cx="0" cy="0"/>
          <a:chOff x="0" y="0"/>
          <a:chExt cx="0" cy="0"/>
        </a:xfrm>
      </p:grpSpPr>
      <p:sp>
        <p:nvSpPr>
          <p:cNvPr id="223" name="Google Shape;223;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24" name="Shape 224"/>
        <p:cNvGrpSpPr/>
        <p:nvPr/>
      </p:nvGrpSpPr>
      <p:grpSpPr>
        <a:xfrm>
          <a:off x="0" y="0"/>
          <a:ext cx="0" cy="0"/>
          <a:chOff x="0" y="0"/>
          <a:chExt cx="0" cy="0"/>
        </a:xfrm>
      </p:grpSpPr>
      <p:sp>
        <p:nvSpPr>
          <p:cNvPr id="225" name="Google Shape;225;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27" name="Shape 227"/>
        <p:cNvGrpSpPr/>
        <p:nvPr/>
      </p:nvGrpSpPr>
      <p:grpSpPr>
        <a:xfrm>
          <a:off x="0" y="0"/>
          <a:ext cx="0" cy="0"/>
          <a:chOff x="0" y="0"/>
          <a:chExt cx="0" cy="0"/>
        </a:xfrm>
      </p:grpSpPr>
      <p:sp>
        <p:nvSpPr>
          <p:cNvPr id="228" name="Google Shape;228;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0" name="Google Shape;230;p3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31" name="Shape 231"/>
        <p:cNvGrpSpPr/>
        <p:nvPr/>
      </p:nvGrpSpPr>
      <p:grpSpPr>
        <a:xfrm>
          <a:off x="0" y="0"/>
          <a:ext cx="0" cy="0"/>
          <a:chOff x="0" y="0"/>
          <a:chExt cx="0" cy="0"/>
        </a:xfrm>
      </p:grpSpPr>
      <p:sp>
        <p:nvSpPr>
          <p:cNvPr id="232" name="Google Shape;232;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33" name="Shape 233"/>
        <p:cNvGrpSpPr/>
        <p:nvPr/>
      </p:nvGrpSpPr>
      <p:grpSpPr>
        <a:xfrm>
          <a:off x="0" y="0"/>
          <a:ext cx="0" cy="0"/>
          <a:chOff x="0" y="0"/>
          <a:chExt cx="0" cy="0"/>
        </a:xfrm>
      </p:grpSpPr>
      <p:sp>
        <p:nvSpPr>
          <p:cNvPr id="234" name="Google Shape;234;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5" name="Google Shape;235;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36" name="Shape 236"/>
        <p:cNvGrpSpPr/>
        <p:nvPr/>
      </p:nvGrpSpPr>
      <p:grpSpPr>
        <a:xfrm>
          <a:off x="0" y="0"/>
          <a:ext cx="0" cy="0"/>
          <a:chOff x="0" y="0"/>
          <a:chExt cx="0" cy="0"/>
        </a:xfrm>
      </p:grpSpPr>
      <p:sp>
        <p:nvSpPr>
          <p:cNvPr id="237" name="Google Shape;237;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38" name="Shape 238"/>
        <p:cNvGrpSpPr/>
        <p:nvPr/>
      </p:nvGrpSpPr>
      <p:grpSpPr>
        <a:xfrm>
          <a:off x="0" y="0"/>
          <a:ext cx="0" cy="0"/>
          <a:chOff x="0" y="0"/>
          <a:chExt cx="0" cy="0"/>
        </a:xfrm>
      </p:grpSpPr>
      <p:sp>
        <p:nvSpPr>
          <p:cNvPr id="239" name="Google Shape;239;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0" name="Google Shape;240;p41"/>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1" name="Google Shape;241;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42" name="Shape 242"/>
        <p:cNvGrpSpPr/>
        <p:nvPr/>
      </p:nvGrpSpPr>
      <p:grpSpPr>
        <a:xfrm>
          <a:off x="0" y="0"/>
          <a:ext cx="0" cy="0"/>
          <a:chOff x="0" y="0"/>
          <a:chExt cx="0" cy="0"/>
        </a:xfrm>
      </p:grpSpPr>
      <p:sp>
        <p:nvSpPr>
          <p:cNvPr id="243" name="Google Shape;243;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44" name="Shape 244"/>
        <p:cNvGrpSpPr/>
        <p:nvPr/>
      </p:nvGrpSpPr>
      <p:grpSpPr>
        <a:xfrm>
          <a:off x="0" y="0"/>
          <a:ext cx="0" cy="0"/>
          <a:chOff x="0" y="0"/>
          <a:chExt cx="0" cy="0"/>
        </a:xfrm>
      </p:grpSpPr>
      <p:sp>
        <p:nvSpPr>
          <p:cNvPr id="245" name="Google Shape;245;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46" name="Google Shape;246;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47" name="Shape 247"/>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48" name="Shape 248"/>
        <p:cNvGrpSpPr/>
        <p:nvPr/>
      </p:nvGrpSpPr>
      <p:grpSpPr>
        <a:xfrm>
          <a:off x="0" y="0"/>
          <a:ext cx="0" cy="0"/>
          <a:chOff x="0" y="0"/>
          <a:chExt cx="0" cy="0"/>
        </a:xfrm>
      </p:grpSpPr>
      <p:sp>
        <p:nvSpPr>
          <p:cNvPr id="249" name="Google Shape;249;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1" name="Google Shape;251;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2" name="Google Shape;252;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3" name="Google Shape;253;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4" name="Google Shape;254;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5" name="Google Shape;255;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56" name="Shape 256"/>
        <p:cNvGrpSpPr/>
        <p:nvPr/>
      </p:nvGrpSpPr>
      <p:grpSpPr>
        <a:xfrm>
          <a:off x="0" y="0"/>
          <a:ext cx="0" cy="0"/>
          <a:chOff x="0" y="0"/>
          <a:chExt cx="0" cy="0"/>
        </a:xfrm>
      </p:grpSpPr>
      <p:sp>
        <p:nvSpPr>
          <p:cNvPr id="257" name="Google Shape;25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4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59" name="Google Shape;259;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60" name="Shape 260"/>
        <p:cNvGrpSpPr/>
        <p:nvPr/>
      </p:nvGrpSpPr>
      <p:grpSpPr>
        <a:xfrm>
          <a:off x="0" y="0"/>
          <a:ext cx="0" cy="0"/>
          <a:chOff x="0" y="0"/>
          <a:chExt cx="0" cy="0"/>
        </a:xfrm>
      </p:grpSpPr>
      <p:sp>
        <p:nvSpPr>
          <p:cNvPr id="261" name="Google Shape;261;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62" name="Google Shape;262;p4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63" name="Google Shape;263;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4" name="Google Shape;264;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5" name="Google Shape;265;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66" name="Shape 266"/>
        <p:cNvGrpSpPr/>
        <p:nvPr/>
      </p:nvGrpSpPr>
      <p:grpSpPr>
        <a:xfrm>
          <a:off x="0" y="0"/>
          <a:ext cx="0" cy="0"/>
          <a:chOff x="0" y="0"/>
          <a:chExt cx="0" cy="0"/>
        </a:xfrm>
      </p:grpSpPr>
      <p:sp>
        <p:nvSpPr>
          <p:cNvPr id="267" name="Google Shape;267;p4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68" name="Google Shape;268;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9" name="Google Shape;269;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70" name="Google Shape;270;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1" name="Google Shape;271;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2" name="Google Shape;272;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3" name="Google Shape;273;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74" name="Shape 274"/>
        <p:cNvGrpSpPr/>
        <p:nvPr/>
      </p:nvGrpSpPr>
      <p:grpSpPr>
        <a:xfrm>
          <a:off x="0" y="0"/>
          <a:ext cx="0" cy="0"/>
          <a:chOff x="0" y="0"/>
          <a:chExt cx="0" cy="0"/>
        </a:xfrm>
      </p:grpSpPr>
      <p:sp>
        <p:nvSpPr>
          <p:cNvPr id="275" name="Google Shape;275;p4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6" name="Google Shape;276;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7" name="Google Shape;277;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8" name="Google Shape;278;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9" name="Google Shape;279;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80" name="Google Shape;280;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3" name="Google Shape;283;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84" name="Shape 284"/>
        <p:cNvGrpSpPr/>
        <p:nvPr/>
      </p:nvGrpSpPr>
      <p:grpSpPr>
        <a:xfrm>
          <a:off x="0" y="0"/>
          <a:ext cx="0" cy="0"/>
          <a:chOff x="0" y="0"/>
          <a:chExt cx="0" cy="0"/>
        </a:xfrm>
      </p:grpSpPr>
      <p:sp>
        <p:nvSpPr>
          <p:cNvPr id="285" name="Google Shape;285;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87" name="Shape 287"/>
        <p:cNvGrpSpPr/>
        <p:nvPr/>
      </p:nvGrpSpPr>
      <p:grpSpPr>
        <a:xfrm>
          <a:off x="0" y="0"/>
          <a:ext cx="0" cy="0"/>
          <a:chOff x="0" y="0"/>
          <a:chExt cx="0" cy="0"/>
        </a:xfrm>
      </p:grpSpPr>
      <p:sp>
        <p:nvSpPr>
          <p:cNvPr id="288" name="Google Shape;288;p5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89" name="Google Shape;289;p51"/>
          <p:cNvSpPr/>
          <p:nvPr>
            <p:ph idx="2" type="pic"/>
          </p:nvPr>
        </p:nvSpPr>
        <p:spPr>
          <a:xfrm>
            <a:off x="4804825" y="1133300"/>
            <a:ext cx="4027500" cy="2392800"/>
          </a:xfrm>
          <a:prstGeom prst="rect">
            <a:avLst/>
          </a:prstGeom>
          <a:noFill/>
          <a:ln>
            <a:noFill/>
          </a:ln>
        </p:spPr>
      </p:sp>
      <p:sp>
        <p:nvSpPr>
          <p:cNvPr id="290" name="Google Shape;290;p51"/>
          <p:cNvSpPr/>
          <p:nvPr>
            <p:ph idx="3" type="pic"/>
          </p:nvPr>
        </p:nvSpPr>
        <p:spPr>
          <a:xfrm>
            <a:off x="311725" y="1133300"/>
            <a:ext cx="4027500" cy="2392800"/>
          </a:xfrm>
          <a:prstGeom prst="rect">
            <a:avLst/>
          </a:prstGeom>
          <a:noFill/>
          <a:ln>
            <a:noFill/>
          </a:ln>
        </p:spPr>
      </p:sp>
      <p:sp>
        <p:nvSpPr>
          <p:cNvPr id="291" name="Google Shape;291;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94" name="Google Shape;294;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295" name="Shape 295"/>
        <p:cNvGrpSpPr/>
        <p:nvPr/>
      </p:nvGrpSpPr>
      <p:grpSpPr>
        <a:xfrm>
          <a:off x="0" y="0"/>
          <a:ext cx="0" cy="0"/>
          <a:chOff x="0" y="0"/>
          <a:chExt cx="0" cy="0"/>
        </a:xfrm>
      </p:grpSpPr>
      <p:sp>
        <p:nvSpPr>
          <p:cNvPr id="296" name="Google Shape;296;p5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97" name="Google Shape;297;p52"/>
          <p:cNvSpPr/>
          <p:nvPr>
            <p:ph idx="2" type="pic"/>
          </p:nvPr>
        </p:nvSpPr>
        <p:spPr>
          <a:xfrm>
            <a:off x="6205225" y="1128325"/>
            <a:ext cx="2627100" cy="2273100"/>
          </a:xfrm>
          <a:prstGeom prst="rect">
            <a:avLst/>
          </a:prstGeom>
          <a:noFill/>
          <a:ln>
            <a:noFill/>
          </a:ln>
        </p:spPr>
      </p:sp>
      <p:sp>
        <p:nvSpPr>
          <p:cNvPr id="298" name="Google Shape;298;p52"/>
          <p:cNvSpPr/>
          <p:nvPr>
            <p:ph idx="3" type="pic"/>
          </p:nvPr>
        </p:nvSpPr>
        <p:spPr>
          <a:xfrm>
            <a:off x="311725" y="1128325"/>
            <a:ext cx="2627100" cy="2273100"/>
          </a:xfrm>
          <a:prstGeom prst="rect">
            <a:avLst/>
          </a:prstGeom>
          <a:noFill/>
          <a:ln>
            <a:noFill/>
          </a:ln>
        </p:spPr>
      </p:sp>
      <p:sp>
        <p:nvSpPr>
          <p:cNvPr id="299" name="Google Shape;299;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0" name="Google Shape;300;p52"/>
          <p:cNvSpPr/>
          <p:nvPr>
            <p:ph idx="5" type="pic"/>
          </p:nvPr>
        </p:nvSpPr>
        <p:spPr>
          <a:xfrm>
            <a:off x="3255250" y="1128325"/>
            <a:ext cx="2627100" cy="2273100"/>
          </a:xfrm>
          <a:prstGeom prst="rect">
            <a:avLst/>
          </a:prstGeom>
          <a:noFill/>
          <a:ln>
            <a:noFill/>
          </a:ln>
        </p:spPr>
      </p:sp>
      <p:sp>
        <p:nvSpPr>
          <p:cNvPr id="301" name="Google Shape;301;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3" name="Google Shape;303;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04" name="Google Shape;304;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05" name="Google Shape;305;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06" name="Shape 306"/>
        <p:cNvGrpSpPr/>
        <p:nvPr/>
      </p:nvGrpSpPr>
      <p:grpSpPr>
        <a:xfrm>
          <a:off x="0" y="0"/>
          <a:ext cx="0" cy="0"/>
          <a:chOff x="0" y="0"/>
          <a:chExt cx="0" cy="0"/>
        </a:xfrm>
      </p:grpSpPr>
      <p:sp>
        <p:nvSpPr>
          <p:cNvPr id="307" name="Google Shape;307;p53"/>
          <p:cNvSpPr/>
          <p:nvPr>
            <p:ph idx="2" type="pic"/>
          </p:nvPr>
        </p:nvSpPr>
        <p:spPr>
          <a:xfrm>
            <a:off x="3389600" y="118913"/>
            <a:ext cx="1643700" cy="1535100"/>
          </a:xfrm>
          <a:prstGeom prst="rect">
            <a:avLst/>
          </a:prstGeom>
          <a:noFill/>
          <a:ln>
            <a:noFill/>
          </a:ln>
        </p:spPr>
      </p:sp>
      <p:sp>
        <p:nvSpPr>
          <p:cNvPr id="308" name="Google Shape;308;p53"/>
          <p:cNvSpPr/>
          <p:nvPr>
            <p:ph idx="3" type="pic"/>
          </p:nvPr>
        </p:nvSpPr>
        <p:spPr>
          <a:xfrm>
            <a:off x="5195935" y="118913"/>
            <a:ext cx="1643700" cy="1535100"/>
          </a:xfrm>
          <a:prstGeom prst="rect">
            <a:avLst/>
          </a:prstGeom>
          <a:noFill/>
          <a:ln>
            <a:noFill/>
          </a:ln>
        </p:spPr>
      </p:sp>
      <p:sp>
        <p:nvSpPr>
          <p:cNvPr id="309" name="Google Shape;309;p53"/>
          <p:cNvSpPr/>
          <p:nvPr>
            <p:ph idx="4" type="pic"/>
          </p:nvPr>
        </p:nvSpPr>
        <p:spPr>
          <a:xfrm>
            <a:off x="7002270" y="118913"/>
            <a:ext cx="1643700" cy="1535100"/>
          </a:xfrm>
          <a:prstGeom prst="rect">
            <a:avLst/>
          </a:prstGeom>
          <a:noFill/>
          <a:ln>
            <a:noFill/>
          </a:ln>
        </p:spPr>
      </p:sp>
      <p:sp>
        <p:nvSpPr>
          <p:cNvPr id="310" name="Google Shape;310;p53"/>
          <p:cNvSpPr/>
          <p:nvPr>
            <p:ph idx="5" type="pic"/>
          </p:nvPr>
        </p:nvSpPr>
        <p:spPr>
          <a:xfrm>
            <a:off x="3389588" y="1804212"/>
            <a:ext cx="1643700" cy="1535100"/>
          </a:xfrm>
          <a:prstGeom prst="rect">
            <a:avLst/>
          </a:prstGeom>
          <a:noFill/>
          <a:ln>
            <a:noFill/>
          </a:ln>
        </p:spPr>
      </p:sp>
      <p:sp>
        <p:nvSpPr>
          <p:cNvPr id="311" name="Google Shape;311;p53"/>
          <p:cNvSpPr/>
          <p:nvPr>
            <p:ph idx="6" type="pic"/>
          </p:nvPr>
        </p:nvSpPr>
        <p:spPr>
          <a:xfrm>
            <a:off x="5195922" y="1804212"/>
            <a:ext cx="1643700" cy="1535100"/>
          </a:xfrm>
          <a:prstGeom prst="rect">
            <a:avLst/>
          </a:prstGeom>
          <a:noFill/>
          <a:ln>
            <a:noFill/>
          </a:ln>
        </p:spPr>
      </p:sp>
      <p:sp>
        <p:nvSpPr>
          <p:cNvPr id="312" name="Google Shape;312;p53"/>
          <p:cNvSpPr/>
          <p:nvPr>
            <p:ph idx="7" type="pic"/>
          </p:nvPr>
        </p:nvSpPr>
        <p:spPr>
          <a:xfrm>
            <a:off x="7002257" y="1804212"/>
            <a:ext cx="1643700" cy="1535100"/>
          </a:xfrm>
          <a:prstGeom prst="rect">
            <a:avLst/>
          </a:prstGeom>
          <a:noFill/>
          <a:ln>
            <a:noFill/>
          </a:ln>
        </p:spPr>
      </p:sp>
      <p:sp>
        <p:nvSpPr>
          <p:cNvPr id="313" name="Google Shape;313;p53"/>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53"/>
          <p:cNvSpPr/>
          <p:nvPr>
            <p:ph idx="8" type="pic"/>
          </p:nvPr>
        </p:nvSpPr>
        <p:spPr>
          <a:xfrm>
            <a:off x="3389588" y="3489487"/>
            <a:ext cx="1643700" cy="1535100"/>
          </a:xfrm>
          <a:prstGeom prst="rect">
            <a:avLst/>
          </a:prstGeom>
          <a:noFill/>
          <a:ln>
            <a:noFill/>
          </a:ln>
        </p:spPr>
      </p:sp>
      <p:sp>
        <p:nvSpPr>
          <p:cNvPr id="315" name="Google Shape;315;p53"/>
          <p:cNvSpPr/>
          <p:nvPr>
            <p:ph idx="9" type="pic"/>
          </p:nvPr>
        </p:nvSpPr>
        <p:spPr>
          <a:xfrm>
            <a:off x="5195922" y="3489487"/>
            <a:ext cx="1643700" cy="1535100"/>
          </a:xfrm>
          <a:prstGeom prst="rect">
            <a:avLst/>
          </a:prstGeom>
          <a:noFill/>
          <a:ln>
            <a:noFill/>
          </a:ln>
        </p:spPr>
      </p:sp>
      <p:sp>
        <p:nvSpPr>
          <p:cNvPr id="316" name="Google Shape;316;p5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1" Type="http://schemas.openxmlformats.org/officeDocument/2006/relationships/theme" Target="../theme/theme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01500"/>
            <a:ext cx="5760600" cy="31107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1pPr>
            <a:lvl2pPr indent="-304800" lvl="1" marL="914400">
              <a:lnSpc>
                <a:spcPct val="115000"/>
              </a:lnSpc>
              <a:spcBef>
                <a:spcPts val="80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2pPr>
            <a:lvl3pPr indent="-304800" lvl="2" marL="1371600">
              <a:lnSpc>
                <a:spcPct val="115000"/>
              </a:lnSpc>
              <a:spcBef>
                <a:spcPts val="80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3pPr>
            <a:lvl4pPr indent="-304800" lvl="3" marL="1828800">
              <a:lnSpc>
                <a:spcPct val="115000"/>
              </a:lnSpc>
              <a:spcBef>
                <a:spcPts val="80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4pPr>
            <a:lvl5pPr indent="-304800" lvl="4" marL="2286000">
              <a:lnSpc>
                <a:spcPct val="115000"/>
              </a:lnSpc>
              <a:spcBef>
                <a:spcPts val="80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5pPr>
            <a:lvl6pPr indent="-304800" lvl="5" marL="2743200">
              <a:lnSpc>
                <a:spcPct val="115000"/>
              </a:lnSpc>
              <a:spcBef>
                <a:spcPts val="80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6pPr>
            <a:lvl7pPr indent="-304800" lvl="6" marL="3200400">
              <a:lnSpc>
                <a:spcPct val="115000"/>
              </a:lnSpc>
              <a:spcBef>
                <a:spcPts val="80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7pPr>
            <a:lvl8pPr indent="-304800" lvl="7" marL="3657600">
              <a:lnSpc>
                <a:spcPct val="115000"/>
              </a:lnSpc>
              <a:spcBef>
                <a:spcPts val="80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8pPr>
            <a:lvl9pPr indent="-304800" lvl="8" marL="4114800">
              <a:lnSpc>
                <a:spcPct val="115000"/>
              </a:lnSpc>
              <a:spcBef>
                <a:spcPts val="800"/>
              </a:spcBef>
              <a:spcAft>
                <a:spcPts val="800"/>
              </a:spcAft>
              <a:buClr>
                <a:schemeClr val="lt1"/>
              </a:buClr>
              <a:buSzPts val="1200"/>
              <a:buFont typeface="Afacad Flux"/>
              <a:buChar char="■"/>
              <a:defRPr sz="1200">
                <a:solidFill>
                  <a:schemeClr val="lt1"/>
                </a:solidFill>
                <a:latin typeface="Afacad Flux"/>
                <a:ea typeface="Afacad Flux"/>
                <a:cs typeface="Afacad Flux"/>
                <a:sym typeface="Afacad Flux"/>
              </a:defRPr>
            </a:lvl9pPr>
          </a:lstStyle>
          <a:p/>
        </p:txBody>
      </p:sp>
      <p:sp>
        <p:nvSpPr>
          <p:cNvPr id="52" name="Google Shape;52;p13"/>
          <p:cNvSpPr txBox="1"/>
          <p:nvPr/>
        </p:nvSpPr>
        <p:spPr>
          <a:xfrm>
            <a:off x="8434809" y="4630726"/>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700">
                <a:solidFill>
                  <a:schemeClr val="lt1"/>
                </a:solidFill>
                <a:latin typeface="Afacad Flux"/>
                <a:ea typeface="Afacad Flux"/>
                <a:cs typeface="Afacad Flux"/>
                <a:sym typeface="Afacad Flux"/>
              </a:rPr>
              <a:t>‹#›</a:t>
            </a:fld>
            <a:endParaRPr sz="700">
              <a:solidFill>
                <a:schemeClr val="lt1"/>
              </a:solidFill>
              <a:latin typeface="Afacad Flux"/>
              <a:ea typeface="Afacad Flux"/>
              <a:cs typeface="Afacad Flux"/>
              <a:sym typeface="Afacad Flux"/>
            </a:endParaRPr>
          </a:p>
        </p:txBody>
      </p:sp>
      <p:sp>
        <p:nvSpPr>
          <p:cNvPr id="53" name="Google Shape;53;p13"/>
          <p:cNvSpPr txBox="1"/>
          <p:nvPr>
            <p:ph type="title"/>
          </p:nvPr>
        </p:nvSpPr>
        <p:spPr>
          <a:xfrm>
            <a:off x="295550" y="457200"/>
            <a:ext cx="4859400" cy="443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Afacad Flux"/>
              <a:buNone/>
              <a:defRPr b="1" sz="3000">
                <a:solidFill>
                  <a:schemeClr val="lt1"/>
                </a:solidFill>
                <a:latin typeface="Afacad Flux"/>
                <a:ea typeface="Afacad Flux"/>
                <a:cs typeface="Afacad Flux"/>
                <a:sym typeface="Afacad Flux"/>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54" name="Google Shape;54;p13"/>
          <p:cNvSpPr txBox="1"/>
          <p:nvPr>
            <p:ph idx="2" type="body"/>
          </p:nvPr>
        </p:nvSpPr>
        <p:spPr>
          <a:xfrm>
            <a:off x="3785175" y="1949425"/>
            <a:ext cx="4057800" cy="2028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1pPr>
            <a:lvl2pPr indent="-304800" lvl="1" marL="9144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2pPr>
            <a:lvl3pPr indent="-304800" lvl="2" marL="13716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3pPr>
            <a:lvl4pPr indent="-304800" lvl="3" marL="18288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4pPr>
            <a:lvl5pPr indent="-304800" lvl="4" marL="22860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5pPr>
            <a:lvl6pPr indent="-304800" lvl="5" marL="27432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6pPr>
            <a:lvl7pPr indent="-304800" lvl="6" marL="32004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7pPr>
            <a:lvl8pPr indent="-304800" lvl="7" marL="36576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8pPr>
            <a:lvl9pPr indent="-304800" lvl="8" marL="4114800">
              <a:spcBef>
                <a:spcPts val="0"/>
              </a:spcBef>
              <a:spcAft>
                <a:spcPts val="0"/>
              </a:spcAft>
              <a:buClr>
                <a:schemeClr val="lt1"/>
              </a:buClr>
              <a:buSzPts val="1200"/>
              <a:buFont typeface="Afacad Flux"/>
              <a:buChar char="■"/>
              <a:defRPr sz="1200">
                <a:solidFill>
                  <a:schemeClr val="lt1"/>
                </a:solidFill>
                <a:latin typeface="Afacad Flux"/>
                <a:ea typeface="Afacad Flux"/>
                <a:cs typeface="Afacad Flux"/>
                <a:sym typeface="Afacad Flux"/>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kaggle.com/datasets/julnazz/diabetes-health-indicators-dataset/data" TargetMode="External"/><Relationship Id="rId4" Type="http://schemas.openxmlformats.org/officeDocument/2006/relationships/image" Target="../media/image22.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9.pn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18.png"/><Relationship Id="rId7"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hyperlink" Target="https://thieuanhvan.gitbook.io/deeplearningcoban/tham-khao/glossary/09/5-fol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github.com/thieuanhvan/ml-pipeline-healthcare" TargetMode="Externa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hyperlink" Target="mailto:250104006@grad.uit.edu.vn" TargetMode="External"/><Relationship Id="rId5" Type="http://schemas.openxmlformats.org/officeDocument/2006/relationships/hyperlink" Target="mailto:250104041@grad.uit.edu.vn" TargetMode="External"/><Relationship Id="rId6" Type="http://schemas.openxmlformats.org/officeDocument/2006/relationships/hyperlink" Target="mailto:250104024@grad.uit.edu.vn" TargetMode="External"/><Relationship Id="rId7" Type="http://schemas.openxmlformats.org/officeDocument/2006/relationships/hyperlink" Target="mailto:250104050@grad.uit.edu.vn" TargetMode="External"/><Relationship Id="rId8" Type="http://schemas.openxmlformats.org/officeDocument/2006/relationships/hyperlink" Target="mailto:vantv.20@grad.uit.edu.v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4"/>
          <p:cNvSpPr txBox="1"/>
          <p:nvPr>
            <p:ph type="ctrTitle"/>
          </p:nvPr>
        </p:nvSpPr>
        <p:spPr>
          <a:xfrm>
            <a:off x="12002" y="1112500"/>
            <a:ext cx="9144000" cy="23496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b="1" sz="14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b="1" sz="14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t/>
            </a:r>
            <a:endParaRPr b="1" sz="16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t/>
            </a:r>
            <a:endParaRPr sz="16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rPr lang="en" sz="1600">
                <a:latin typeface="Times New Roman"/>
                <a:ea typeface="Times New Roman"/>
                <a:cs typeface="Times New Roman"/>
                <a:sym typeface="Times New Roman"/>
              </a:rPr>
              <a:t>Môn Phân tích Dữ liệu Kinh doanh nâng cao</a:t>
            </a:r>
            <a:endParaRPr sz="24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rPr i="1" lang="en" sz="1800">
                <a:latin typeface="Times New Roman"/>
                <a:ea typeface="Times New Roman"/>
                <a:cs typeface="Times New Roman"/>
                <a:sym typeface="Times New Roman"/>
              </a:rPr>
              <a:t>Đề tài: </a:t>
            </a:r>
            <a:endParaRPr i="1" sz="18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rPr lang="en" sz="1800">
                <a:latin typeface="Times New Roman"/>
                <a:ea typeface="Times New Roman"/>
                <a:cs typeface="Times New Roman"/>
                <a:sym typeface="Times New Roman"/>
              </a:rPr>
              <a:t>Fairness và Explainability trong ML </a:t>
            </a:r>
            <a:endParaRPr sz="18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rPr lang="en" sz="1800">
                <a:latin typeface="Times New Roman"/>
                <a:ea typeface="Times New Roman"/>
                <a:cs typeface="Times New Roman"/>
                <a:sym typeface="Times New Roman"/>
              </a:rPr>
              <a:t>cho dữ liệu đái tháo đường type II</a:t>
            </a:r>
            <a:endParaRPr sz="18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rPr b="1" lang="en" sz="1800">
                <a:latin typeface="Times New Roman"/>
                <a:ea typeface="Times New Roman"/>
                <a:cs typeface="Times New Roman"/>
                <a:sym typeface="Times New Roman"/>
              </a:rPr>
              <a:t>Thuyết trình về Kết quả thực nghiệm</a:t>
            </a:r>
            <a:endParaRPr b="1" sz="18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t/>
            </a:r>
            <a:endParaRPr sz="1600">
              <a:solidFill>
                <a:srgbClr val="000000"/>
              </a:solidFill>
            </a:endParaRPr>
          </a:p>
          <a:p>
            <a:pPr indent="0" lvl="0" marL="0" rtl="0" algn="ctr">
              <a:lnSpc>
                <a:spcPct val="115000"/>
              </a:lnSpc>
              <a:spcBef>
                <a:spcPts val="0"/>
              </a:spcBef>
              <a:spcAft>
                <a:spcPts val="0"/>
              </a:spcAft>
              <a:buNone/>
            </a:pPr>
            <a:r>
              <a:t/>
            </a:r>
            <a:endParaRPr sz="16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400">
              <a:latin typeface="Times New Roman"/>
              <a:ea typeface="Times New Roman"/>
              <a:cs typeface="Times New Roman"/>
              <a:sym typeface="Times New Roman"/>
            </a:endParaRPr>
          </a:p>
          <a:p>
            <a:pPr indent="0" lvl="0" marL="685800" rtl="0" algn="ctr">
              <a:lnSpc>
                <a:spcPct val="150000"/>
              </a:lnSpc>
              <a:spcBef>
                <a:spcPts val="0"/>
              </a:spcBef>
              <a:spcAft>
                <a:spcPts val="0"/>
              </a:spcAft>
              <a:buNone/>
            </a:pPr>
            <a:r>
              <a:t/>
            </a:r>
            <a:endParaRPr sz="1400">
              <a:latin typeface="Times New Roman"/>
              <a:ea typeface="Times New Roman"/>
              <a:cs typeface="Times New Roman"/>
              <a:sym typeface="Times New Roman"/>
            </a:endParaRPr>
          </a:p>
        </p:txBody>
      </p:sp>
      <p:sp>
        <p:nvSpPr>
          <p:cNvPr id="322" name="Google Shape;322;p54"/>
          <p:cNvSpPr txBox="1"/>
          <p:nvPr>
            <p:ph idx="1" type="subTitle"/>
          </p:nvPr>
        </p:nvSpPr>
        <p:spPr>
          <a:xfrm>
            <a:off x="0" y="3399825"/>
            <a:ext cx="9144000" cy="15093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t/>
            </a:r>
            <a:endParaRPr sz="1300">
              <a:solidFill>
                <a:schemeClr val="dk1"/>
              </a:solidFill>
              <a:highlight>
                <a:schemeClr val="lt1"/>
              </a:highlight>
              <a:latin typeface="Times New Roman"/>
              <a:ea typeface="Times New Roman"/>
              <a:cs typeface="Times New Roman"/>
              <a:sym typeface="Times New Roman"/>
            </a:endParaRPr>
          </a:p>
          <a:p>
            <a:pPr indent="0" lvl="0" marL="0" rtl="0" algn="ctr">
              <a:lnSpc>
                <a:spcPct val="130000"/>
              </a:lnSpc>
              <a:spcBef>
                <a:spcPts val="0"/>
              </a:spcBef>
              <a:spcAft>
                <a:spcPts val="0"/>
              </a:spcAft>
              <a:buNone/>
            </a:pPr>
            <a:r>
              <a:rPr b="1" lang="en" sz="1900">
                <a:solidFill>
                  <a:schemeClr val="dk1"/>
                </a:solidFill>
                <a:highlight>
                  <a:schemeClr val="lt1"/>
                </a:highlight>
                <a:latin typeface="Times New Roman"/>
                <a:ea typeface="Times New Roman"/>
                <a:cs typeface="Times New Roman"/>
                <a:sym typeface="Times New Roman"/>
              </a:rPr>
              <a:t>Nhóm 9 </a:t>
            </a:r>
            <a:endParaRPr sz="1300">
              <a:solidFill>
                <a:schemeClr val="dk1"/>
              </a:solidFill>
              <a:highlight>
                <a:schemeClr val="lt1"/>
              </a:highlight>
              <a:latin typeface="Times New Roman"/>
              <a:ea typeface="Times New Roman"/>
              <a:cs typeface="Times New Roman"/>
              <a:sym typeface="Times New Roman"/>
            </a:endParaRPr>
          </a:p>
          <a:p>
            <a:pPr indent="0" lvl="0" marL="0" rtl="0" algn="ctr">
              <a:lnSpc>
                <a:spcPct val="130000"/>
              </a:lnSpc>
              <a:spcBef>
                <a:spcPts val="0"/>
              </a:spcBef>
              <a:spcAft>
                <a:spcPts val="0"/>
              </a:spcAft>
              <a:buClr>
                <a:schemeClr val="dk1"/>
              </a:buClr>
              <a:buSzPts val="1100"/>
              <a:buFont typeface="Arial"/>
              <a:buNone/>
            </a:pPr>
            <a:r>
              <a:rPr lang="en" sz="1300">
                <a:solidFill>
                  <a:schemeClr val="dk1"/>
                </a:solidFill>
                <a:highlight>
                  <a:schemeClr val="lt1"/>
                </a:highlight>
                <a:latin typeface="Times New Roman"/>
                <a:ea typeface="Times New Roman"/>
                <a:cs typeface="Times New Roman"/>
                <a:sym typeface="Times New Roman"/>
              </a:rPr>
              <a:t>GVHD: TS. Trần Hưng Nghiệp</a:t>
            </a:r>
            <a:endParaRPr sz="1300">
              <a:solidFill>
                <a:schemeClr val="dk1"/>
              </a:solidFill>
              <a:highlight>
                <a:schemeClr val="lt1"/>
              </a:highlight>
              <a:latin typeface="Times New Roman"/>
              <a:ea typeface="Times New Roman"/>
              <a:cs typeface="Times New Roman"/>
              <a:sym typeface="Times New Roman"/>
            </a:endParaRPr>
          </a:p>
          <a:p>
            <a:pPr indent="0" lvl="0" marL="0" rtl="0" algn="ctr">
              <a:spcBef>
                <a:spcPts val="0"/>
              </a:spcBef>
              <a:spcAft>
                <a:spcPts val="0"/>
              </a:spcAft>
              <a:buNone/>
            </a:pPr>
            <a:r>
              <a:rPr lang="en" sz="1300">
                <a:solidFill>
                  <a:schemeClr val="dk1"/>
                </a:solidFill>
                <a:highlight>
                  <a:schemeClr val="lt1"/>
                </a:highlight>
                <a:latin typeface="Times New Roman"/>
                <a:ea typeface="Times New Roman"/>
                <a:cs typeface="Times New Roman"/>
                <a:sym typeface="Times New Roman"/>
              </a:rPr>
              <a:t>Tháng 3/2026</a:t>
            </a:r>
            <a:endParaRPr sz="1300">
              <a:solidFill>
                <a:schemeClr val="dk1"/>
              </a:solidFill>
              <a:highlight>
                <a:schemeClr val="lt1"/>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solidFill>
                <a:schemeClr val="dk1"/>
              </a:solidFill>
              <a:highlight>
                <a:schemeClr val="lt1"/>
              </a:highlight>
              <a:latin typeface="Times New Roman"/>
              <a:ea typeface="Times New Roman"/>
              <a:cs typeface="Times New Roman"/>
              <a:sym typeface="Times New Roman"/>
            </a:endParaRPr>
          </a:p>
        </p:txBody>
      </p:sp>
      <p:pic>
        <p:nvPicPr>
          <p:cNvPr id="323" name="Google Shape;323;p54"/>
          <p:cNvPicPr preferRelativeResize="0"/>
          <p:nvPr/>
        </p:nvPicPr>
        <p:blipFill>
          <a:blip r:embed="rId3">
            <a:alphaModFix/>
          </a:blip>
          <a:stretch>
            <a:fillRect/>
          </a:stretch>
        </p:blipFill>
        <p:spPr>
          <a:xfrm>
            <a:off x="0" y="-10"/>
            <a:ext cx="9144000" cy="11125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55"/>
          <p:cNvPicPr preferRelativeResize="0"/>
          <p:nvPr/>
        </p:nvPicPr>
        <p:blipFill>
          <a:blip r:embed="rId3">
            <a:alphaModFix/>
          </a:blip>
          <a:stretch>
            <a:fillRect/>
          </a:stretch>
        </p:blipFill>
        <p:spPr>
          <a:xfrm>
            <a:off x="3169775" y="2488950"/>
            <a:ext cx="5974226" cy="2654550"/>
          </a:xfrm>
          <a:prstGeom prst="rect">
            <a:avLst/>
          </a:prstGeom>
          <a:noFill/>
          <a:ln>
            <a:noFill/>
          </a:ln>
        </p:spPr>
      </p:pic>
      <p:sp>
        <p:nvSpPr>
          <p:cNvPr id="329" name="Google Shape;329;p55"/>
          <p:cNvSpPr txBox="1"/>
          <p:nvPr>
            <p:ph type="title"/>
          </p:nvPr>
        </p:nvSpPr>
        <p:spPr>
          <a:xfrm>
            <a:off x="0" y="0"/>
            <a:ext cx="9144000" cy="5727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Nội dung trình bày</a:t>
            </a:r>
            <a:endParaRPr sz="2400">
              <a:solidFill>
                <a:schemeClr val="lt1"/>
              </a:solidFill>
              <a:latin typeface="Times New Roman"/>
              <a:ea typeface="Times New Roman"/>
              <a:cs typeface="Times New Roman"/>
              <a:sym typeface="Times New Roman"/>
            </a:endParaRPr>
          </a:p>
        </p:txBody>
      </p:sp>
      <p:sp>
        <p:nvSpPr>
          <p:cNvPr id="330" name="Google Shape;330;p55"/>
          <p:cNvSpPr txBox="1"/>
          <p:nvPr>
            <p:ph idx="1" type="body"/>
          </p:nvPr>
        </p:nvSpPr>
        <p:spPr>
          <a:xfrm>
            <a:off x="0" y="572700"/>
            <a:ext cx="5746500" cy="45708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30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Dữ liệu </a:t>
            </a:r>
            <a:endParaRPr>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Phương pháp</a:t>
            </a:r>
            <a:endParaRPr>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So sánh mô hình ML</a:t>
            </a:r>
            <a:endParaRPr>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Explainable AI (SHAP)</a:t>
            </a:r>
            <a:endParaRPr>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AutoNum type="arabicPeriod"/>
            </a:pPr>
            <a:r>
              <a:rPr lang="en">
                <a:solidFill>
                  <a:schemeClr val="dk1"/>
                </a:solidFill>
                <a:latin typeface="Times New Roman"/>
                <a:ea typeface="Times New Roman"/>
                <a:cs typeface="Times New Roman"/>
                <a:sym typeface="Times New Roman"/>
              </a:rPr>
              <a:t>Đóng góp </a:t>
            </a:r>
            <a:endParaRPr>
              <a:solidFill>
                <a:schemeClr val="dk1"/>
              </a:solidFill>
              <a:latin typeface="Times New Roman"/>
              <a:ea typeface="Times New Roman"/>
              <a:cs typeface="Times New Roman"/>
              <a:sym typeface="Times New Roman"/>
            </a:endParaRPr>
          </a:p>
          <a:p>
            <a:pPr indent="0" lvl="0" marL="0" rtl="0" algn="l">
              <a:lnSpc>
                <a:spcPct val="100000"/>
              </a:lnSpc>
              <a:spcBef>
                <a:spcPts val="3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0" rtl="0" algn="l">
              <a:lnSpc>
                <a:spcPct val="100000"/>
              </a:lnSpc>
              <a:spcBef>
                <a:spcPts val="30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6"/>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Dữ liệu </a:t>
            </a:r>
            <a:endParaRPr sz="2400">
              <a:solidFill>
                <a:schemeClr val="lt1"/>
              </a:solidFill>
              <a:latin typeface="Times New Roman"/>
              <a:ea typeface="Times New Roman"/>
              <a:cs typeface="Times New Roman"/>
              <a:sym typeface="Times New Roman"/>
            </a:endParaRPr>
          </a:p>
        </p:txBody>
      </p:sp>
      <p:sp>
        <p:nvSpPr>
          <p:cNvPr id="336" name="Google Shape;336;p56"/>
          <p:cNvSpPr txBox="1"/>
          <p:nvPr>
            <p:ph idx="1" type="body"/>
          </p:nvPr>
        </p:nvSpPr>
        <p:spPr>
          <a:xfrm>
            <a:off x="0" y="558600"/>
            <a:ext cx="2509200" cy="4208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400">
                <a:solidFill>
                  <a:schemeClr val="dk1"/>
                </a:solidFill>
                <a:latin typeface="Times New Roman"/>
                <a:ea typeface="Times New Roman"/>
                <a:cs typeface="Times New Roman"/>
                <a:sym typeface="Times New Roman"/>
              </a:rPr>
              <a:t>Dữ liệu </a:t>
            </a:r>
            <a:r>
              <a:rPr lang="en" sz="1400">
                <a:solidFill>
                  <a:schemeClr val="dk1"/>
                </a:solidFill>
                <a:latin typeface="Times New Roman"/>
                <a:ea typeface="Times New Roman"/>
                <a:cs typeface="Times New Roman"/>
                <a:sym typeface="Times New Roman"/>
              </a:rPr>
              <a:t>Kaggle Health Indicators dataset</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Features: age, BMI, hypertension, smoking, etc.</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Available: </a:t>
            </a:r>
            <a:endParaRPr sz="14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n" sz="1400" u="sng">
                <a:solidFill>
                  <a:schemeClr val="hlink"/>
                </a:solidFill>
                <a:latin typeface="Times New Roman"/>
                <a:ea typeface="Times New Roman"/>
                <a:cs typeface="Times New Roman"/>
                <a:sym typeface="Times New Roman"/>
                <a:hlinkClick r:id="rId3"/>
              </a:rPr>
              <a:t>https://www.kaggle.com/datasets/julnazz/diabetes-health-indicators-dataset/data</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~70,000 records : dùng phiên bản 5050 cân bằng.</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pic>
        <p:nvPicPr>
          <p:cNvPr id="337" name="Google Shape;337;p56"/>
          <p:cNvPicPr preferRelativeResize="0"/>
          <p:nvPr/>
        </p:nvPicPr>
        <p:blipFill>
          <a:blip r:embed="rId4">
            <a:alphaModFix/>
          </a:blip>
          <a:stretch>
            <a:fillRect/>
          </a:stretch>
        </p:blipFill>
        <p:spPr>
          <a:xfrm>
            <a:off x="3509400" y="0"/>
            <a:ext cx="5634601" cy="2647047"/>
          </a:xfrm>
          <a:prstGeom prst="rect">
            <a:avLst/>
          </a:prstGeom>
          <a:noFill/>
          <a:ln>
            <a:noFill/>
          </a:ln>
        </p:spPr>
      </p:pic>
      <p:pic>
        <p:nvPicPr>
          <p:cNvPr id="338" name="Google Shape;338;p56"/>
          <p:cNvPicPr preferRelativeResize="0"/>
          <p:nvPr/>
        </p:nvPicPr>
        <p:blipFill>
          <a:blip r:embed="rId5">
            <a:alphaModFix/>
          </a:blip>
          <a:stretch>
            <a:fillRect/>
          </a:stretch>
        </p:blipFill>
        <p:spPr>
          <a:xfrm>
            <a:off x="2657275" y="2647049"/>
            <a:ext cx="6486726" cy="2068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7"/>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Dữ liệu- EDA </a:t>
            </a:r>
            <a:endParaRPr sz="2400">
              <a:solidFill>
                <a:schemeClr val="lt1"/>
              </a:solidFill>
              <a:latin typeface="Times New Roman"/>
              <a:ea typeface="Times New Roman"/>
              <a:cs typeface="Times New Roman"/>
              <a:sym typeface="Times New Roman"/>
            </a:endParaRPr>
          </a:p>
        </p:txBody>
      </p:sp>
      <p:sp>
        <p:nvSpPr>
          <p:cNvPr id="344" name="Google Shape;344;p57"/>
          <p:cNvSpPr txBox="1"/>
          <p:nvPr>
            <p:ph idx="1" type="body"/>
          </p:nvPr>
        </p:nvSpPr>
        <p:spPr>
          <a:xfrm>
            <a:off x="0" y="749550"/>
            <a:ext cx="4572000" cy="4316700"/>
          </a:xfrm>
          <a:prstGeom prst="rect">
            <a:avLst/>
          </a:prstGeom>
        </p:spPr>
        <p:txBody>
          <a:bodyPr anchorCtr="0" anchor="t" bIns="91425" lIns="91425" spcFirstLastPara="1" rIns="91425" wrap="square" tIns="91425">
            <a:noAutofit/>
          </a:bodyPr>
          <a:lstStyle/>
          <a:p>
            <a:pPr indent="0" lvl="0" marL="381000" marR="381000" rtl="0" algn="l">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Hình này cho thấy phân bố lớp trong dataset gốc BRFSS.</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Dataset BRFSS 2021 ban đầu có hơn 230,000 records.</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Tuy nhiên dữ liệu bị mất cân bằng lớp (class imbalance).</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Số người không mắc tiểu đường chiếm khoảng 200k,</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trong khi mắc tiểu đường chỉ khoảng 35k.</a:t>
            </a:r>
            <a:endParaRPr sz="12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Khi dataset bị mất cân bằng như vậy, mô hình machine learning có xu hướng thiên về lớp majority, dẫn đến đánh giá sai hiệu năng.Khi dataset bị mất cân bằng như vậy, mô hình machine learning có xu hướng thiên về lớp majority, dẫn đến đánh giá sai hiệu năng.</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pic>
        <p:nvPicPr>
          <p:cNvPr id="345" name="Google Shape;345;p57"/>
          <p:cNvPicPr preferRelativeResize="0"/>
          <p:nvPr/>
        </p:nvPicPr>
        <p:blipFill>
          <a:blip r:embed="rId4">
            <a:alphaModFix/>
          </a:blip>
          <a:stretch>
            <a:fillRect/>
          </a:stretch>
        </p:blipFill>
        <p:spPr>
          <a:xfrm>
            <a:off x="5773326" y="-1"/>
            <a:ext cx="3370675" cy="2571750"/>
          </a:xfrm>
          <a:prstGeom prst="rect">
            <a:avLst/>
          </a:prstGeom>
          <a:noFill/>
          <a:ln>
            <a:noFill/>
          </a:ln>
        </p:spPr>
      </p:pic>
      <p:pic>
        <p:nvPicPr>
          <p:cNvPr id="346" name="Google Shape;346;p57"/>
          <p:cNvPicPr preferRelativeResize="0"/>
          <p:nvPr/>
        </p:nvPicPr>
        <p:blipFill>
          <a:blip r:embed="rId5">
            <a:alphaModFix/>
          </a:blip>
          <a:stretch>
            <a:fillRect/>
          </a:stretch>
        </p:blipFill>
        <p:spPr>
          <a:xfrm>
            <a:off x="5684350" y="2615501"/>
            <a:ext cx="3370675" cy="2527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8"/>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Dữ liệu- EDA - đặc trưng  </a:t>
            </a:r>
            <a:endParaRPr sz="2400">
              <a:solidFill>
                <a:schemeClr val="lt1"/>
              </a:solidFill>
              <a:latin typeface="Times New Roman"/>
              <a:ea typeface="Times New Roman"/>
              <a:cs typeface="Times New Roman"/>
              <a:sym typeface="Times New Roman"/>
            </a:endParaRPr>
          </a:p>
        </p:txBody>
      </p:sp>
      <p:sp>
        <p:nvSpPr>
          <p:cNvPr id="352" name="Google Shape;352;p58"/>
          <p:cNvSpPr txBox="1"/>
          <p:nvPr>
            <p:ph idx="1" type="body"/>
          </p:nvPr>
        </p:nvSpPr>
        <p:spPr>
          <a:xfrm>
            <a:off x="0" y="558600"/>
            <a:ext cx="3276600" cy="42081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Số người có cao huyết áp khá lớn, điều này phù hợp với kiến thức y khoa vì </a:t>
            </a:r>
            <a:r>
              <a:rPr b="1" lang="en" sz="1400">
                <a:solidFill>
                  <a:schemeClr val="dk1"/>
                </a:solidFill>
                <a:latin typeface="Times New Roman"/>
                <a:ea typeface="Times New Roman"/>
                <a:cs typeface="Times New Roman"/>
                <a:sym typeface="Times New Roman"/>
              </a:rPr>
              <a:t>cao huyết áp là yếu tố nguy cơ của tiểu đường type II</a:t>
            </a:r>
            <a:r>
              <a:rPr lang="en"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Cholesterol cao cũng là yếu tố liên quan đến các bệnh chuyển hóa như </a:t>
            </a:r>
            <a:r>
              <a:rPr b="1" lang="en" sz="1400">
                <a:solidFill>
                  <a:schemeClr val="dk1"/>
                </a:solidFill>
                <a:latin typeface="Times New Roman"/>
                <a:ea typeface="Times New Roman"/>
                <a:cs typeface="Times New Roman"/>
                <a:sym typeface="Times New Roman"/>
              </a:rPr>
              <a:t>tiểu đường và bệnh tim mạch</a:t>
            </a:r>
            <a:r>
              <a:rPr lang="en"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Tỷ lệ người hút thuốc trong dataset tương đối cao, đây cũng là một yếu tố có thể ảnh hưởng đến sức khỏe tim mạch và nguy cơ tiểu đường.</a:t>
            </a:r>
            <a:endParaRPr sz="1400">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Biểu đồ BMI cho thấy phân bố chỉ số khối cơ thể của người tham gia khảo sát.Điều này phù hợp với nhiều nghiên cứu y học cho thấy </a:t>
            </a:r>
            <a:r>
              <a:rPr b="1" lang="en" sz="1400">
                <a:solidFill>
                  <a:schemeClr val="dk1"/>
                </a:solidFill>
                <a:latin typeface="Times New Roman"/>
                <a:ea typeface="Times New Roman"/>
                <a:cs typeface="Times New Roman"/>
                <a:sym typeface="Times New Roman"/>
              </a:rPr>
              <a:t>béo phì là yếu tố nguy cơ quan trọng của tiểu đường type II</a:t>
            </a:r>
            <a:r>
              <a:rPr lang="en"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p:txBody>
      </p:sp>
      <p:pic>
        <p:nvPicPr>
          <p:cNvPr id="353" name="Google Shape;353;p58"/>
          <p:cNvPicPr preferRelativeResize="0"/>
          <p:nvPr/>
        </p:nvPicPr>
        <p:blipFill>
          <a:blip r:embed="rId4">
            <a:alphaModFix/>
          </a:blip>
          <a:stretch>
            <a:fillRect/>
          </a:stretch>
        </p:blipFill>
        <p:spPr>
          <a:xfrm>
            <a:off x="3413400" y="-56325"/>
            <a:ext cx="3413350" cy="2560025"/>
          </a:xfrm>
          <a:prstGeom prst="rect">
            <a:avLst/>
          </a:prstGeom>
          <a:noFill/>
          <a:ln>
            <a:noFill/>
          </a:ln>
        </p:spPr>
      </p:pic>
      <p:pic>
        <p:nvPicPr>
          <p:cNvPr id="354" name="Google Shape;354;p58"/>
          <p:cNvPicPr preferRelativeResize="0"/>
          <p:nvPr/>
        </p:nvPicPr>
        <p:blipFill>
          <a:blip r:embed="rId5">
            <a:alphaModFix/>
          </a:blip>
          <a:stretch>
            <a:fillRect/>
          </a:stretch>
        </p:blipFill>
        <p:spPr>
          <a:xfrm>
            <a:off x="3096850" y="3015481"/>
            <a:ext cx="2837350" cy="2128019"/>
          </a:xfrm>
          <a:prstGeom prst="rect">
            <a:avLst/>
          </a:prstGeom>
          <a:noFill/>
          <a:ln>
            <a:noFill/>
          </a:ln>
        </p:spPr>
      </p:pic>
      <p:pic>
        <p:nvPicPr>
          <p:cNvPr id="355" name="Google Shape;355;p58"/>
          <p:cNvPicPr preferRelativeResize="0"/>
          <p:nvPr/>
        </p:nvPicPr>
        <p:blipFill>
          <a:blip r:embed="rId6">
            <a:alphaModFix/>
          </a:blip>
          <a:stretch>
            <a:fillRect/>
          </a:stretch>
        </p:blipFill>
        <p:spPr>
          <a:xfrm>
            <a:off x="6066150" y="-12"/>
            <a:ext cx="3077850" cy="2308387"/>
          </a:xfrm>
          <a:prstGeom prst="rect">
            <a:avLst/>
          </a:prstGeom>
          <a:noFill/>
          <a:ln>
            <a:noFill/>
          </a:ln>
        </p:spPr>
      </p:pic>
      <p:pic>
        <p:nvPicPr>
          <p:cNvPr id="356" name="Google Shape;356;p58"/>
          <p:cNvPicPr preferRelativeResize="0"/>
          <p:nvPr/>
        </p:nvPicPr>
        <p:blipFill>
          <a:blip r:embed="rId7">
            <a:alphaModFix/>
          </a:blip>
          <a:stretch>
            <a:fillRect/>
          </a:stretch>
        </p:blipFill>
        <p:spPr>
          <a:xfrm>
            <a:off x="6018117" y="2835125"/>
            <a:ext cx="3077834" cy="2308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Dữ liệu- EDA - tương quan</a:t>
            </a:r>
            <a:endParaRPr sz="2400">
              <a:solidFill>
                <a:schemeClr val="lt1"/>
              </a:solidFill>
              <a:latin typeface="Times New Roman"/>
              <a:ea typeface="Times New Roman"/>
              <a:cs typeface="Times New Roman"/>
              <a:sym typeface="Times New Roman"/>
            </a:endParaRPr>
          </a:p>
        </p:txBody>
      </p:sp>
      <p:sp>
        <p:nvSpPr>
          <p:cNvPr id="362" name="Google Shape;362;p59"/>
          <p:cNvSpPr txBox="1"/>
          <p:nvPr>
            <p:ph idx="1" type="body"/>
          </p:nvPr>
        </p:nvSpPr>
        <p:spPr>
          <a:xfrm>
            <a:off x="0" y="558600"/>
            <a:ext cx="3540300" cy="45849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Chúng tôi cũng phân tích mối tương quan giữa các biến bằng ma trận tương quan.</a:t>
            </a:r>
            <a:endParaRPr sz="1400">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Màu </a:t>
            </a:r>
            <a:r>
              <a:rPr b="1" lang="en">
                <a:solidFill>
                  <a:schemeClr val="dk1"/>
                </a:solidFill>
                <a:latin typeface="Times New Roman"/>
                <a:ea typeface="Times New Roman"/>
                <a:cs typeface="Times New Roman"/>
                <a:sym typeface="Times New Roman"/>
              </a:rPr>
              <a:t>đỏ = tương quan dương</a:t>
            </a:r>
            <a:endParaRPr b="1">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Màu </a:t>
            </a:r>
            <a:r>
              <a:rPr b="1" lang="en">
                <a:solidFill>
                  <a:schemeClr val="dk1"/>
                </a:solidFill>
                <a:latin typeface="Times New Roman"/>
                <a:ea typeface="Times New Roman"/>
                <a:cs typeface="Times New Roman"/>
                <a:sym typeface="Times New Roman"/>
              </a:rPr>
              <a:t>xanh = tương quan âm</a:t>
            </a:r>
            <a:endParaRPr b="1">
              <a:solidFill>
                <a:schemeClr val="dk1"/>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chemeClr val="dk1"/>
              </a:buClr>
              <a:buSzPts val="1400"/>
              <a:buFont typeface="Times New Roman"/>
              <a:buChar char="●"/>
            </a:pPr>
            <a:r>
              <a:rPr b="1" lang="en" sz="1400">
                <a:solidFill>
                  <a:schemeClr val="dk1"/>
                </a:solidFill>
                <a:latin typeface="Times New Roman"/>
                <a:ea typeface="Times New Roman"/>
                <a:cs typeface="Times New Roman"/>
                <a:sym typeface="Times New Roman"/>
              </a:rPr>
              <a:t>Các biến có tươgn quan:</a:t>
            </a:r>
            <a:endParaRPr b="1" sz="1400">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BMI</a:t>
            </a:r>
            <a:endParaRPr>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Age</a:t>
            </a:r>
            <a:endParaRPr>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HighBP</a:t>
            </a:r>
            <a:endParaRPr>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HighChol</a:t>
            </a:r>
            <a:endParaRPr>
              <a:solidFill>
                <a:schemeClr val="dk1"/>
              </a:solidFill>
              <a:latin typeface="Times New Roman"/>
              <a:ea typeface="Times New Roman"/>
              <a:cs typeface="Times New Roman"/>
              <a:sym typeface="Times New Roman"/>
            </a:endParaRPr>
          </a:p>
          <a:p>
            <a:pPr indent="-317500" lvl="1" marL="914400" rtl="0" algn="l">
              <a:lnSpc>
                <a:spcPct val="100000"/>
              </a:lnSpc>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GenHlth</a:t>
            </a:r>
            <a:endParaRPr>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 sz="1400">
                <a:solidFill>
                  <a:schemeClr val="dk1"/>
                </a:solidFill>
                <a:latin typeface="Times New Roman"/>
                <a:ea typeface="Times New Roman"/>
                <a:cs typeface="Times New Roman"/>
                <a:sym typeface="Times New Roman"/>
              </a:rPr>
              <a:t>=&gt; Điều này phù hợp với kiến thức y khoa vì tuổi cao, béo phì và cao huyết áp đều là yếu tố nguy cơ của bệnh tiểu đường.</a:t>
            </a:r>
            <a:endParaRPr sz="1400">
              <a:solidFill>
                <a:schemeClr val="dk1"/>
              </a:solidFill>
              <a:latin typeface="Times New Roman"/>
              <a:ea typeface="Times New Roman"/>
              <a:cs typeface="Times New Roman"/>
              <a:sym typeface="Times New Roman"/>
            </a:endParaRPr>
          </a:p>
          <a:p>
            <a:pPr indent="0" lvl="0" marL="457200" rtl="0" algn="l">
              <a:lnSpc>
                <a:spcPct val="100000"/>
              </a:lnSpc>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pic>
        <p:nvPicPr>
          <p:cNvPr id="363" name="Google Shape;363;p59"/>
          <p:cNvPicPr preferRelativeResize="0"/>
          <p:nvPr/>
        </p:nvPicPr>
        <p:blipFill>
          <a:blip r:embed="rId3">
            <a:alphaModFix/>
          </a:blip>
          <a:stretch>
            <a:fillRect/>
          </a:stretch>
        </p:blipFill>
        <p:spPr>
          <a:xfrm>
            <a:off x="3793875" y="558600"/>
            <a:ext cx="5350125" cy="4280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0"/>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Phương pháp</a:t>
            </a:r>
            <a:endParaRPr sz="2400">
              <a:solidFill>
                <a:schemeClr val="lt1"/>
              </a:solidFill>
              <a:latin typeface="Times New Roman"/>
              <a:ea typeface="Times New Roman"/>
              <a:cs typeface="Times New Roman"/>
              <a:sym typeface="Times New Roman"/>
            </a:endParaRPr>
          </a:p>
        </p:txBody>
      </p:sp>
      <p:sp>
        <p:nvSpPr>
          <p:cNvPr id="369" name="Google Shape;369;p60"/>
          <p:cNvSpPr txBox="1"/>
          <p:nvPr>
            <p:ph idx="1" type="body"/>
          </p:nvPr>
        </p:nvSpPr>
        <p:spPr>
          <a:xfrm>
            <a:off x="0" y="558600"/>
            <a:ext cx="91440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Mô hình AI: </a:t>
            </a:r>
            <a:endParaRPr sz="1400">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Logistic Regression</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SVM (train bị treo hoài) </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Random Forest</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Artificial Neural Network (ANN – MLP) (mới thêm sau)</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Phương pháp Explainable AI</a:t>
            </a:r>
            <a:endParaRPr>
              <a:solidFill>
                <a:schemeClr val="dk1"/>
              </a:solidFill>
              <a:latin typeface="Times New Roman"/>
              <a:ea typeface="Times New Roman"/>
              <a:cs typeface="Times New Roman"/>
              <a:sym typeface="Times New Roman"/>
            </a:endParaRPr>
          </a:p>
          <a:p>
            <a:pPr indent="-317500" lvl="2" marL="13716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SHAP </a:t>
            </a:r>
            <a:endParaRPr>
              <a:solidFill>
                <a:schemeClr val="dk1"/>
              </a:solidFill>
              <a:latin typeface="Times New Roman"/>
              <a:ea typeface="Times New Roman"/>
              <a:cs typeface="Times New Roman"/>
              <a:sym typeface="Times New Roman"/>
            </a:endParaRPr>
          </a:p>
          <a:p>
            <a:pPr indent="-317500" lvl="2" marL="1371600" rtl="0" algn="l">
              <a:spcBef>
                <a:spcPts val="0"/>
              </a:spcBef>
              <a:spcAft>
                <a:spcPts val="0"/>
              </a:spcAft>
              <a:buClr>
                <a:schemeClr val="dk1"/>
              </a:buClr>
              <a:buSzPts val="1400"/>
              <a:buFont typeface="Times New Roman"/>
              <a:buChar char="■"/>
            </a:pPr>
            <a:r>
              <a:rPr lang="en" strike="sngStrike">
                <a:solidFill>
                  <a:schemeClr val="dk1"/>
                </a:solidFill>
                <a:latin typeface="Times New Roman"/>
                <a:ea typeface="Times New Roman"/>
                <a:cs typeface="Times New Roman"/>
                <a:sym typeface="Times New Roman"/>
              </a:rPr>
              <a:t>LIME (không có nha) thay thế bằng FCM (nếu đ3u thời gian)</a:t>
            </a:r>
            <a:endParaRPr strike="sngStrike">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XGBoost </a:t>
            </a:r>
            <a:r>
              <a:rPr lang="en">
                <a:solidFill>
                  <a:schemeClr val="dk1"/>
                </a:solidFill>
                <a:latin typeface="Times New Roman"/>
                <a:ea typeface="Times New Roman"/>
                <a:cs typeface="Times New Roman"/>
                <a:sym typeface="Times New Roman"/>
              </a:rPr>
              <a:t>(mô hình mạnh nhất) </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Phương pháp đánh giá: chia dữ liệu bằng </a:t>
            </a:r>
            <a:r>
              <a:rPr lang="en" sz="1400" u="sng">
                <a:solidFill>
                  <a:schemeClr val="hlink"/>
                </a:solidFill>
                <a:latin typeface="Times New Roman"/>
                <a:ea typeface="Times New Roman"/>
                <a:cs typeface="Times New Roman"/>
                <a:sym typeface="Times New Roman"/>
                <a:hlinkClick r:id="rId4"/>
              </a:rPr>
              <a:t>5‑fold</a:t>
            </a:r>
            <a:r>
              <a:rPr lang="en" sz="1400">
                <a:solidFill>
                  <a:schemeClr val="dk1"/>
                </a:solidFill>
                <a:latin typeface="Times New Roman"/>
                <a:ea typeface="Times New Roman"/>
                <a:cs typeface="Times New Roman"/>
                <a:sym typeface="Times New Roman"/>
              </a:rPr>
              <a:t> cross‑validation</a:t>
            </a:r>
            <a:endParaRPr sz="1400">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đo accuracy, sensitivity, specificity</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Precision</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Recall</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F1-score</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AUC</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1"/>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Machine Learning Pipeline</a:t>
            </a:r>
            <a:endParaRPr sz="2400">
              <a:solidFill>
                <a:schemeClr val="lt1"/>
              </a:solidFill>
              <a:latin typeface="Times New Roman"/>
              <a:ea typeface="Times New Roman"/>
              <a:cs typeface="Times New Roman"/>
              <a:sym typeface="Times New Roman"/>
            </a:endParaRPr>
          </a:p>
        </p:txBody>
      </p:sp>
      <p:sp>
        <p:nvSpPr>
          <p:cNvPr id="375" name="Google Shape;375;p61"/>
          <p:cNvSpPr txBox="1"/>
          <p:nvPr>
            <p:ph idx="1" type="body"/>
          </p:nvPr>
        </p:nvSpPr>
        <p:spPr>
          <a:xfrm>
            <a:off x="0" y="558600"/>
            <a:ext cx="32526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Dataset ⇒ Data preprocessing ⇒  Train/Test split ⇒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 Model training ⇒ Evaluation ⇒ Explainable AI</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pic>
        <p:nvPicPr>
          <p:cNvPr id="376" name="Google Shape;376;p61"/>
          <p:cNvPicPr preferRelativeResize="0"/>
          <p:nvPr/>
        </p:nvPicPr>
        <p:blipFill>
          <a:blip r:embed="rId3">
            <a:alphaModFix/>
          </a:blip>
          <a:stretch>
            <a:fillRect/>
          </a:stretch>
        </p:blipFill>
        <p:spPr>
          <a:xfrm>
            <a:off x="3405000" y="711000"/>
            <a:ext cx="5586600" cy="42247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Step 03 &amp; 04: run models</a:t>
            </a:r>
            <a:endParaRPr sz="2400">
              <a:solidFill>
                <a:schemeClr val="lt1"/>
              </a:solidFill>
              <a:latin typeface="Times New Roman"/>
              <a:ea typeface="Times New Roman"/>
              <a:cs typeface="Times New Roman"/>
              <a:sym typeface="Times New Roman"/>
            </a:endParaRPr>
          </a:p>
        </p:txBody>
      </p:sp>
      <p:sp>
        <p:nvSpPr>
          <p:cNvPr id="382" name="Google Shape;382;p62"/>
          <p:cNvSpPr txBox="1"/>
          <p:nvPr>
            <p:ph idx="1" type="body"/>
          </p:nvPr>
        </p:nvSpPr>
        <p:spPr>
          <a:xfrm>
            <a:off x="0" y="558600"/>
            <a:ext cx="4995600" cy="1795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Chúng tôi so sánh nhiều mô hình machine learning khác nhau bao gồm Logistic Regression, SVM, Random Forest, ANN và XGBoost.</a:t>
            </a:r>
            <a:endParaRPr sz="14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rPr lang="en" sz="1400">
                <a:solidFill>
                  <a:schemeClr val="dk1"/>
                </a:solidFill>
                <a:latin typeface="Times New Roman"/>
                <a:ea typeface="Times New Roman"/>
                <a:cs typeface="Times New Roman"/>
                <a:sym typeface="Times New Roman"/>
              </a:rPr>
              <a:t>Kết quả cho thấy các mô hình ensemble như Random Forest và đặc biệt là XGBoost đạt hiệu năng tốt hơn so với các mô hình tuyến tính.</a:t>
            </a:r>
            <a:endParaRPr sz="1400">
              <a:solidFill>
                <a:schemeClr val="dk1"/>
              </a:solidFill>
              <a:latin typeface="Times New Roman"/>
              <a:ea typeface="Times New Roman"/>
              <a:cs typeface="Times New Roman"/>
              <a:sym typeface="Times New Roman"/>
            </a:endParaRPr>
          </a:p>
        </p:txBody>
      </p:sp>
      <p:pic>
        <p:nvPicPr>
          <p:cNvPr id="383" name="Google Shape;383;p62"/>
          <p:cNvPicPr preferRelativeResize="0"/>
          <p:nvPr/>
        </p:nvPicPr>
        <p:blipFill>
          <a:blip r:embed="rId3">
            <a:alphaModFix/>
          </a:blip>
          <a:stretch>
            <a:fillRect/>
          </a:stretch>
        </p:blipFill>
        <p:spPr>
          <a:xfrm>
            <a:off x="1171525" y="2289900"/>
            <a:ext cx="7901053" cy="2853599"/>
          </a:xfrm>
          <a:prstGeom prst="rect">
            <a:avLst/>
          </a:prstGeom>
          <a:noFill/>
          <a:ln>
            <a:noFill/>
          </a:ln>
        </p:spPr>
      </p:pic>
      <p:sp>
        <p:nvSpPr>
          <p:cNvPr id="384" name="Google Shape;384;p62"/>
          <p:cNvSpPr txBox="1"/>
          <p:nvPr/>
        </p:nvSpPr>
        <p:spPr>
          <a:xfrm>
            <a:off x="4995600" y="368700"/>
            <a:ext cx="4148400" cy="19857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100">
                <a:solidFill>
                  <a:schemeClr val="dk1"/>
                </a:solidFill>
              </a:rPr>
              <a:t>Accuracy</a:t>
            </a:r>
            <a:r>
              <a:rPr lang="en" sz="1100">
                <a:solidFill>
                  <a:schemeClr val="dk1"/>
                </a:solidFill>
              </a:rPr>
              <a:t>: tỷ lệ dự đoán đúng tổng thể</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F1-score</a:t>
            </a:r>
            <a:r>
              <a:rPr lang="en" sz="1100">
                <a:solidFill>
                  <a:schemeClr val="dk1"/>
                </a:solidFill>
              </a:rPr>
              <a:t>: cân bằng giữa precision và recall</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ROC-AUC</a:t>
            </a:r>
            <a:r>
              <a:rPr lang="en" sz="1100">
                <a:solidFill>
                  <a:schemeClr val="dk1"/>
                </a:solidFill>
              </a:rPr>
              <a:t>: khả năng phân biệt giữa hai lớp</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Sensitivity</a:t>
            </a:r>
            <a:r>
              <a:rPr lang="en" sz="1100">
                <a:solidFill>
                  <a:schemeClr val="dk1"/>
                </a:solidFill>
              </a:rPr>
              <a:t>: khả năng phát hiện đúng bệnh nhân mắc bệnh</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Specificity</a:t>
            </a:r>
            <a:r>
              <a:rPr lang="en" sz="1100">
                <a:solidFill>
                  <a:schemeClr val="dk1"/>
                </a:solidFill>
              </a:rPr>
              <a:t>: khả năng nhận diện đúng người không mắc bệnh</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3"/>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Step 05 &amp; 06: explainability </a:t>
            </a:r>
            <a:endParaRPr sz="2400">
              <a:solidFill>
                <a:schemeClr val="lt1"/>
              </a:solidFill>
              <a:latin typeface="Times New Roman"/>
              <a:ea typeface="Times New Roman"/>
              <a:cs typeface="Times New Roman"/>
              <a:sym typeface="Times New Roman"/>
            </a:endParaRPr>
          </a:p>
        </p:txBody>
      </p:sp>
      <p:sp>
        <p:nvSpPr>
          <p:cNvPr id="390" name="Google Shape;390;p63"/>
          <p:cNvSpPr txBox="1"/>
          <p:nvPr>
            <p:ph idx="1" type="body"/>
          </p:nvPr>
        </p:nvSpPr>
        <p:spPr>
          <a:xfrm>
            <a:off x="0" y="558600"/>
            <a:ext cx="5063100" cy="5143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Sau khi huấn luyện mô hình dự đoán bệnh tiểu đường, chúng tôi sử dụng phương pháp SHAP để xác định những đặc trưng nào ảnh hưởng nhiều nhất đến quyết định của mô hình.</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SHAP cho phép đo lường mức độ đóng góp của từng feature vào dự đoán, từ đó giúp mô hình trở nên dễ giải thích hơn.</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GenHlth (tình trạng sức khỏe tổng quát) – importance ≈ 0.075</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BMI (chỉ số khối cơ thể) – importance ≈ 0.064</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HighBP (tăng huyết áp) – importance ≈ 0.062</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Age (tuổi) – importance ≈ 0.050</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HighChol (cholesterol cao) – importance ≈ 0.048</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chemeClr val="dk1"/>
                </a:solidFill>
                <a:latin typeface="Times New Roman"/>
                <a:ea typeface="Times New Roman"/>
                <a:cs typeface="Times New Roman"/>
                <a:sym typeface="Times New Roman"/>
              </a:rPr>
              <a:t>=&gt; dựa vào các nhóm sau:</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AutoNum type="arabicPeriod"/>
            </a:pPr>
            <a:r>
              <a:rPr b="1" lang="en" sz="1200">
                <a:solidFill>
                  <a:schemeClr val="dk1"/>
                </a:solidFill>
                <a:latin typeface="Times New Roman"/>
                <a:ea typeface="Times New Roman"/>
                <a:cs typeface="Times New Roman"/>
                <a:sym typeface="Times New Roman"/>
              </a:rPr>
              <a:t>Tình trạng sức khỏe tổng quát và các chỉ số sinh lý</a:t>
            </a:r>
            <a:r>
              <a:rPr lang="en" sz="1200">
                <a:solidFill>
                  <a:schemeClr val="dk1"/>
                </a:solidFill>
                <a:latin typeface="Times New Roman"/>
                <a:ea typeface="Times New Roman"/>
                <a:cs typeface="Times New Roman"/>
                <a:sym typeface="Times New Roman"/>
              </a:rPr>
              <a:t> (GenHlth, BMI, huyết áp, cholesterol)</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b="1" lang="en" sz="1200">
                <a:solidFill>
                  <a:schemeClr val="dk1"/>
                </a:solidFill>
                <a:latin typeface="Times New Roman"/>
                <a:ea typeface="Times New Roman"/>
                <a:cs typeface="Times New Roman"/>
                <a:sym typeface="Times New Roman"/>
              </a:rPr>
              <a:t>Tình trạng thể chất và hoạt động vận động</a:t>
            </a: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b="1" lang="en" sz="1200">
                <a:solidFill>
                  <a:schemeClr val="dk1"/>
                </a:solidFill>
                <a:latin typeface="Times New Roman"/>
                <a:ea typeface="Times New Roman"/>
                <a:cs typeface="Times New Roman"/>
                <a:sym typeface="Times New Roman"/>
              </a:rPr>
              <a:t>Lối sống và yếu tố kinh tế xã hội</a:t>
            </a:r>
            <a:br>
              <a:rPr b="1" lang="en" sz="1200">
                <a:solidFill>
                  <a:schemeClr val="dk1"/>
                </a:solidFill>
                <a:latin typeface="Times New Roman"/>
                <a:ea typeface="Times New Roman"/>
                <a:cs typeface="Times New Roman"/>
                <a:sym typeface="Times New Roman"/>
              </a:rPr>
            </a:br>
            <a:r>
              <a:rPr lang="en" sz="1200">
                <a:solidFill>
                  <a:schemeClr val="dk1"/>
                </a:solidFill>
                <a:latin typeface="Times New Roman"/>
                <a:ea typeface="Times New Roman"/>
                <a:cs typeface="Times New Roman"/>
                <a:sym typeface="Times New Roman"/>
              </a:rPr>
              <a:t>Các kết quả này </a:t>
            </a:r>
            <a:r>
              <a:rPr b="1" lang="en" sz="1200">
                <a:solidFill>
                  <a:schemeClr val="dk1"/>
                </a:solidFill>
                <a:latin typeface="Times New Roman"/>
                <a:ea typeface="Times New Roman"/>
                <a:cs typeface="Times New Roman"/>
                <a:sym typeface="Times New Roman"/>
              </a:rPr>
              <a:t>phù hợp với kiến thức y khoa hiện có</a:t>
            </a:r>
            <a:r>
              <a:rPr lang="en" sz="1200">
                <a:solidFill>
                  <a:schemeClr val="dk1"/>
                </a:solidFill>
                <a:latin typeface="Times New Roman"/>
                <a:ea typeface="Times New Roman"/>
                <a:cs typeface="Times New Roman"/>
                <a:sym typeface="Times New Roman"/>
              </a:rPr>
              <a:t>, cho thấy mô hình không chỉ có hiệu suất dự đoán tốt mà còn </a:t>
            </a:r>
            <a:r>
              <a:rPr b="1" lang="en" sz="1200">
                <a:solidFill>
                  <a:schemeClr val="dk1"/>
                </a:solidFill>
                <a:latin typeface="Times New Roman"/>
                <a:ea typeface="Times New Roman"/>
                <a:cs typeface="Times New Roman"/>
                <a:sym typeface="Times New Roman"/>
              </a:rPr>
              <a:t>có khả năng giải thích rõ ràng</a:t>
            </a:r>
            <a:r>
              <a:rPr lang="en"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pic>
        <p:nvPicPr>
          <p:cNvPr id="391" name="Google Shape;391;p63"/>
          <p:cNvPicPr preferRelativeResize="0"/>
          <p:nvPr/>
        </p:nvPicPr>
        <p:blipFill>
          <a:blip r:embed="rId3">
            <a:alphaModFix/>
          </a:blip>
          <a:stretch>
            <a:fillRect/>
          </a:stretch>
        </p:blipFill>
        <p:spPr>
          <a:xfrm>
            <a:off x="6638437" y="98023"/>
            <a:ext cx="2505565" cy="2981627"/>
          </a:xfrm>
          <a:prstGeom prst="rect">
            <a:avLst/>
          </a:prstGeom>
          <a:noFill/>
          <a:ln>
            <a:noFill/>
          </a:ln>
        </p:spPr>
      </p:pic>
      <p:pic>
        <p:nvPicPr>
          <p:cNvPr id="392" name="Google Shape;392;p63"/>
          <p:cNvPicPr preferRelativeResize="0"/>
          <p:nvPr/>
        </p:nvPicPr>
        <p:blipFill>
          <a:blip r:embed="rId4">
            <a:alphaModFix/>
          </a:blip>
          <a:stretch>
            <a:fillRect/>
          </a:stretch>
        </p:blipFill>
        <p:spPr>
          <a:xfrm>
            <a:off x="5134950" y="2161875"/>
            <a:ext cx="4080776" cy="2981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4"/>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Tham khảo thêm với FCM</a:t>
            </a:r>
            <a:endParaRPr sz="2400">
              <a:solidFill>
                <a:schemeClr val="lt1"/>
              </a:solidFill>
              <a:latin typeface="Times New Roman"/>
              <a:ea typeface="Times New Roman"/>
              <a:cs typeface="Times New Roman"/>
              <a:sym typeface="Times New Roman"/>
            </a:endParaRPr>
          </a:p>
        </p:txBody>
      </p:sp>
      <p:sp>
        <p:nvSpPr>
          <p:cNvPr id="398" name="Google Shape;398;p64"/>
          <p:cNvSpPr txBox="1"/>
          <p:nvPr>
            <p:ph idx="1" type="body"/>
          </p:nvPr>
        </p:nvSpPr>
        <p:spPr>
          <a:xfrm>
            <a:off x="0" y="514350"/>
            <a:ext cx="4092000" cy="1290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Kết quả FCM cho thấy các biến có ảnh hưởng mạnh nhất đến bệnh tiểu đường là:</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AutoNum type="arabicPeriod"/>
            </a:pPr>
            <a:r>
              <a:rPr lang="en" sz="1400">
                <a:solidFill>
                  <a:schemeClr val="dk1"/>
                </a:solidFill>
                <a:latin typeface="Times New Roman"/>
                <a:ea typeface="Times New Roman"/>
                <a:cs typeface="Times New Roman"/>
                <a:sym typeface="Times New Roman"/>
              </a:rPr>
              <a:t>GenHlth (tình trạng sức khỏe tổng quát) – 0.38</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Times New Roman"/>
                <a:ea typeface="Times New Roman"/>
                <a:cs typeface="Times New Roman"/>
                <a:sym typeface="Times New Roman"/>
              </a:rPr>
              <a:t>HighBP (cao huyết áp) – 0.37</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Times New Roman"/>
                <a:ea typeface="Times New Roman"/>
                <a:cs typeface="Times New Roman"/>
                <a:sym typeface="Times New Roman"/>
              </a:rPr>
              <a:t>Age (tuổi) – 0.29</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Times New Roman"/>
                <a:ea typeface="Times New Roman"/>
                <a:cs typeface="Times New Roman"/>
                <a:sym typeface="Times New Roman"/>
              </a:rPr>
              <a:t>HighChol (cholesterol cao) – 0.28</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Times New Roman"/>
                <a:ea typeface="Times New Roman"/>
                <a:cs typeface="Times New Roman"/>
                <a:sym typeface="Times New Roman"/>
              </a:rPr>
              <a:t>BMI (chỉ số khối cơ thể) – 0.27</a:t>
            </a:r>
            <a:br>
              <a:rPr lang="en" sz="1400">
                <a:solidFill>
                  <a:schemeClr val="dk1"/>
                </a:solidFill>
                <a:latin typeface="Times New Roman"/>
                <a:ea typeface="Times New Roman"/>
                <a:cs typeface="Times New Roman"/>
                <a:sym typeface="Times New Roman"/>
              </a:rPr>
            </a:br>
            <a:endParaRPr sz="14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pic>
        <p:nvPicPr>
          <p:cNvPr id="399" name="Google Shape;399;p64"/>
          <p:cNvPicPr preferRelativeResize="0"/>
          <p:nvPr/>
        </p:nvPicPr>
        <p:blipFill>
          <a:blip r:embed="rId3">
            <a:alphaModFix/>
          </a:blip>
          <a:stretch>
            <a:fillRect/>
          </a:stretch>
        </p:blipFill>
        <p:spPr>
          <a:xfrm>
            <a:off x="4244400" y="403225"/>
            <a:ext cx="4899599" cy="4899599"/>
          </a:xfrm>
          <a:prstGeom prst="rect">
            <a:avLst/>
          </a:prstGeom>
          <a:noFill/>
          <a:ln>
            <a:noFill/>
          </a:ln>
        </p:spPr>
      </p:pic>
      <p:pic>
        <p:nvPicPr>
          <p:cNvPr id="400" name="Google Shape;400;p64"/>
          <p:cNvPicPr preferRelativeResize="0"/>
          <p:nvPr/>
        </p:nvPicPr>
        <p:blipFill>
          <a:blip r:embed="rId4">
            <a:alphaModFix/>
          </a:blip>
          <a:stretch>
            <a:fillRect/>
          </a:stretch>
        </p:blipFill>
        <p:spPr>
          <a:xfrm>
            <a:off x="152400" y="2521150"/>
            <a:ext cx="3939600" cy="29671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5"/>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Step 07 - Error Analysis</a:t>
            </a:r>
            <a:endParaRPr sz="2400">
              <a:solidFill>
                <a:schemeClr val="lt1"/>
              </a:solidFill>
              <a:latin typeface="Times New Roman"/>
              <a:ea typeface="Times New Roman"/>
              <a:cs typeface="Times New Roman"/>
              <a:sym typeface="Times New Roman"/>
            </a:endParaRPr>
          </a:p>
        </p:txBody>
      </p:sp>
      <p:sp>
        <p:nvSpPr>
          <p:cNvPr id="406" name="Google Shape;406;p65"/>
          <p:cNvSpPr txBox="1"/>
          <p:nvPr>
            <p:ph idx="1" type="body"/>
          </p:nvPr>
        </p:nvSpPr>
        <p:spPr>
          <a:xfrm>
            <a:off x="0" y="558600"/>
            <a:ext cx="5271900" cy="5143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200">
                <a:solidFill>
                  <a:schemeClr val="dk1"/>
                </a:solidFill>
                <a:latin typeface="Times New Roman"/>
                <a:ea typeface="Times New Roman"/>
                <a:cs typeface="Times New Roman"/>
                <a:sym typeface="Times New Roman"/>
              </a:rPr>
              <a:t>Các trường hợp mô hình dự đoán sai, gồm hai loại:False Positive (FP) và False Negative (FN)</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chemeClr val="dk1"/>
                </a:solidFill>
                <a:latin typeface="Times New Roman"/>
                <a:ea typeface="Times New Roman"/>
                <a:cs typeface="Times New Roman"/>
                <a:sym typeface="Times New Roman"/>
              </a:rPr>
              <a:t>Chúng tôi tính giá trị trung bình của các đặc trưng trong hai nhóm này để hiểu hành vi của mô hình.</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chemeClr val="dk1"/>
                </a:solidFill>
                <a:latin typeface="Times New Roman"/>
                <a:ea typeface="Times New Roman"/>
                <a:cs typeface="Times New Roman"/>
                <a:sym typeface="Times New Roman"/>
              </a:rPr>
              <a:t>Kết quả cho thấy các biến quan trọng trong cả hai nhóm lỗi gồm:</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BMI</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GenHlth (tình trạng sức khỏe tổng quát)</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HighBP (tăng huyết áp)</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Age (tuổi)</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chemeClr val="dk1"/>
                </a:solidFill>
                <a:latin typeface="Times New Roman"/>
                <a:ea typeface="Times New Roman"/>
                <a:cs typeface="Times New Roman"/>
                <a:sym typeface="Times New Roman"/>
              </a:rPr>
              <a:t>=&gt; </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Nhóm False Positive có BMI và các yếu tố nguy cơ cao hơn nên mô hình dễ dự đoán là có bệnh.</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Nhóm False Negative có các đặc trưng ít rõ ràng hơn nên mô hình khó phát hiện.</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200">
                <a:solidFill>
                  <a:schemeClr val="dk1"/>
                </a:solidFill>
                <a:latin typeface="Times New Roman"/>
                <a:ea typeface="Times New Roman"/>
                <a:cs typeface="Times New Roman"/>
                <a:sym typeface="Times New Roman"/>
              </a:rPr>
              <a:t>Phân tích lỗi này giúp chúng tôi hiểu rõ hơn giới hạn của mô hình và định hướng cải thiện trong các nghiên cứu tiếp theo.</a:t>
            </a:r>
            <a:endParaRPr sz="12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pic>
        <p:nvPicPr>
          <p:cNvPr id="407" name="Google Shape;407;p65"/>
          <p:cNvPicPr preferRelativeResize="0"/>
          <p:nvPr/>
        </p:nvPicPr>
        <p:blipFill>
          <a:blip r:embed="rId3">
            <a:alphaModFix/>
          </a:blip>
          <a:stretch>
            <a:fillRect/>
          </a:stretch>
        </p:blipFill>
        <p:spPr>
          <a:xfrm>
            <a:off x="5479200" y="0"/>
            <a:ext cx="3664801" cy="2744073"/>
          </a:xfrm>
          <a:prstGeom prst="rect">
            <a:avLst/>
          </a:prstGeom>
          <a:noFill/>
          <a:ln>
            <a:noFill/>
          </a:ln>
        </p:spPr>
      </p:pic>
      <p:pic>
        <p:nvPicPr>
          <p:cNvPr id="408" name="Google Shape;408;p65"/>
          <p:cNvPicPr preferRelativeResize="0"/>
          <p:nvPr/>
        </p:nvPicPr>
        <p:blipFill>
          <a:blip r:embed="rId4">
            <a:alphaModFix/>
          </a:blip>
          <a:stretch>
            <a:fillRect/>
          </a:stretch>
        </p:blipFill>
        <p:spPr>
          <a:xfrm>
            <a:off x="5272000" y="2908250"/>
            <a:ext cx="3872001" cy="2180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Key Findings</a:t>
            </a:r>
            <a:endParaRPr sz="2400">
              <a:solidFill>
                <a:schemeClr val="lt1"/>
              </a:solidFill>
              <a:latin typeface="Times New Roman"/>
              <a:ea typeface="Times New Roman"/>
              <a:cs typeface="Times New Roman"/>
              <a:sym typeface="Times New Roman"/>
            </a:endParaRPr>
          </a:p>
        </p:txBody>
      </p:sp>
      <p:sp>
        <p:nvSpPr>
          <p:cNvPr id="414" name="Google Shape;414;p66"/>
          <p:cNvSpPr txBox="1"/>
          <p:nvPr>
            <p:ph idx="1" type="body"/>
          </p:nvPr>
        </p:nvSpPr>
        <p:spPr>
          <a:xfrm>
            <a:off x="0" y="558600"/>
            <a:ext cx="91440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 Các mô hình Machine Learning dự đoán bệnh tiểu đường khá tốt (ROC-AUC ≈ 0.80).</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 Các mô hình cây quyết định (Random Forest, Gradient Boosting) cho kết quả tốt hơn mô hình tuyến tính.</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 Các yếu tố ảnh hưởng mạnh nhất gồm: </a:t>
            </a:r>
            <a:r>
              <a:rPr b="1" lang="en" sz="1400">
                <a:solidFill>
                  <a:schemeClr val="dk1"/>
                </a:solidFill>
                <a:latin typeface="Times New Roman"/>
                <a:ea typeface="Times New Roman"/>
                <a:cs typeface="Times New Roman"/>
                <a:sym typeface="Times New Roman"/>
              </a:rPr>
              <a:t>GenHlth, HighBP, Age, HighChol, BMI, DiffWalk</a:t>
            </a:r>
            <a:r>
              <a:rPr lang="en"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 Kết quả từ </a:t>
            </a:r>
            <a:r>
              <a:rPr b="1" lang="en" sz="1400">
                <a:solidFill>
                  <a:schemeClr val="dk1"/>
                </a:solidFill>
                <a:latin typeface="Times New Roman"/>
                <a:ea typeface="Times New Roman"/>
                <a:cs typeface="Times New Roman"/>
                <a:sym typeface="Times New Roman"/>
              </a:rPr>
              <a:t>ML, SHAP và FCM</a:t>
            </a:r>
            <a:r>
              <a:rPr lang="en" sz="1400">
                <a:solidFill>
                  <a:schemeClr val="dk1"/>
                </a:solidFill>
                <a:latin typeface="Times New Roman"/>
                <a:ea typeface="Times New Roman"/>
                <a:cs typeface="Times New Roman"/>
                <a:sym typeface="Times New Roman"/>
              </a:rPr>
              <a:t> đều cho thấy các yếu tố quan trọng tương tự nhau.</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 Mạng </a:t>
            </a:r>
            <a:r>
              <a:rPr b="1" lang="en" sz="1400">
                <a:solidFill>
                  <a:schemeClr val="dk1"/>
                </a:solidFill>
                <a:latin typeface="Times New Roman"/>
                <a:ea typeface="Times New Roman"/>
                <a:cs typeface="Times New Roman"/>
                <a:sym typeface="Times New Roman"/>
              </a:rPr>
              <a:t>FCM</a:t>
            </a:r>
            <a:r>
              <a:rPr lang="en" sz="1400">
                <a:solidFill>
                  <a:schemeClr val="dk1"/>
                </a:solidFill>
                <a:latin typeface="Times New Roman"/>
                <a:ea typeface="Times New Roman"/>
                <a:cs typeface="Times New Roman"/>
                <a:sym typeface="Times New Roman"/>
              </a:rPr>
              <a:t> giúp trực quan hóa mối quan hệ giữa các yếu tố sức khỏe.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sz="1400">
                <a:solidFill>
                  <a:schemeClr val="dk1"/>
                </a:solidFill>
                <a:latin typeface="Times New Roman"/>
                <a:ea typeface="Times New Roman"/>
                <a:cs typeface="Times New Roman"/>
                <a:sym typeface="Times New Roman"/>
              </a:rPr>
              <a:t>• Kết quả phù hợp với các yếu tố nguy cơ tiểu đường trong y học.</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7"/>
          <p:cNvSpPr txBox="1"/>
          <p:nvPr>
            <p:ph type="title"/>
          </p:nvPr>
        </p:nvSpPr>
        <p:spPr>
          <a:xfrm>
            <a:off x="0" y="0"/>
            <a:ext cx="9144000" cy="558600"/>
          </a:xfrm>
          <a:prstGeom prst="rect">
            <a:avLst/>
          </a:prstGeom>
          <a:solidFill>
            <a:schemeClr val="accent1"/>
          </a:solidFill>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lt1"/>
                </a:solidFill>
                <a:latin typeface="Times New Roman"/>
                <a:ea typeface="Times New Roman"/>
                <a:cs typeface="Times New Roman"/>
                <a:sym typeface="Times New Roman"/>
              </a:rPr>
              <a:t>Source code</a:t>
            </a:r>
            <a:endParaRPr sz="2400">
              <a:solidFill>
                <a:schemeClr val="lt1"/>
              </a:solidFill>
              <a:latin typeface="Times New Roman"/>
              <a:ea typeface="Times New Roman"/>
              <a:cs typeface="Times New Roman"/>
              <a:sym typeface="Times New Roman"/>
            </a:endParaRPr>
          </a:p>
        </p:txBody>
      </p:sp>
      <p:sp>
        <p:nvSpPr>
          <p:cNvPr id="420" name="Google Shape;420;p67"/>
          <p:cNvSpPr txBox="1"/>
          <p:nvPr>
            <p:ph idx="1" type="body"/>
          </p:nvPr>
        </p:nvSpPr>
        <p:spPr>
          <a:xfrm>
            <a:off x="0" y="558600"/>
            <a:ext cx="9144000" cy="839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Times New Roman"/>
              <a:buChar char="●"/>
            </a:pPr>
            <a:r>
              <a:rPr lang="en" u="sng">
                <a:solidFill>
                  <a:schemeClr val="hlink"/>
                </a:solidFill>
                <a:hlinkClick r:id="rId3"/>
              </a:rPr>
              <a:t>https://github.com/thieuanhvan/ml-pipeline-healthcare</a:t>
            </a:r>
            <a:r>
              <a:rPr lang="en">
                <a:solidFill>
                  <a:schemeClr val="dk1"/>
                </a:solidFill>
              </a:rPr>
              <a:t> </a:t>
            </a:r>
            <a:endParaRPr sz="1400">
              <a:solidFill>
                <a:schemeClr val="dk1"/>
              </a:solidFill>
              <a:latin typeface="Times New Roman"/>
              <a:ea typeface="Times New Roman"/>
              <a:cs typeface="Times New Roman"/>
              <a:sym typeface="Times New Roman"/>
            </a:endParaRPr>
          </a:p>
        </p:txBody>
      </p:sp>
      <p:pic>
        <p:nvPicPr>
          <p:cNvPr id="421" name="Google Shape;421;p67"/>
          <p:cNvPicPr preferRelativeResize="0"/>
          <p:nvPr/>
        </p:nvPicPr>
        <p:blipFill>
          <a:blip r:embed="rId4">
            <a:alphaModFix/>
          </a:blip>
          <a:stretch>
            <a:fillRect/>
          </a:stretch>
        </p:blipFill>
        <p:spPr>
          <a:xfrm>
            <a:off x="596000" y="1193875"/>
            <a:ext cx="6093064" cy="34409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68"/>
          <p:cNvPicPr preferRelativeResize="0"/>
          <p:nvPr/>
        </p:nvPicPr>
        <p:blipFill>
          <a:blip r:embed="rId3">
            <a:alphaModFix/>
          </a:blip>
          <a:stretch>
            <a:fillRect/>
          </a:stretch>
        </p:blipFill>
        <p:spPr>
          <a:xfrm>
            <a:off x="5338251" y="586987"/>
            <a:ext cx="3109575" cy="2429026"/>
          </a:xfrm>
          <a:prstGeom prst="rect">
            <a:avLst/>
          </a:prstGeom>
          <a:noFill/>
          <a:ln>
            <a:noFill/>
          </a:ln>
        </p:spPr>
      </p:pic>
      <p:sp>
        <p:nvSpPr>
          <p:cNvPr id="427" name="Google Shape;427;p68"/>
          <p:cNvSpPr/>
          <p:nvPr/>
        </p:nvSpPr>
        <p:spPr>
          <a:xfrm>
            <a:off x="6121050" y="3449675"/>
            <a:ext cx="1973700" cy="3240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200"/>
              </a:spcAft>
              <a:buNone/>
            </a:pPr>
            <a:r>
              <a:t/>
            </a:r>
            <a:endParaRPr sz="1200">
              <a:solidFill>
                <a:schemeClr val="lt1"/>
              </a:solidFill>
              <a:latin typeface="Afacad Flux Medium"/>
              <a:ea typeface="Afacad Flux Medium"/>
              <a:cs typeface="Afacad Flux Medium"/>
              <a:sym typeface="Afacad Flux Medium"/>
            </a:endParaRPr>
          </a:p>
        </p:txBody>
      </p:sp>
      <p:sp>
        <p:nvSpPr>
          <p:cNvPr id="428" name="Google Shape;428;p68"/>
          <p:cNvSpPr/>
          <p:nvPr/>
        </p:nvSpPr>
        <p:spPr>
          <a:xfrm>
            <a:off x="2735122" y="2400448"/>
            <a:ext cx="461700" cy="3240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Afacad Flux Medium"/>
              <a:ea typeface="Afacad Flux Medium"/>
              <a:cs typeface="Afacad Flux Medium"/>
              <a:sym typeface="Afacad Flux Medium"/>
            </a:endParaRPr>
          </a:p>
        </p:txBody>
      </p:sp>
      <p:sp>
        <p:nvSpPr>
          <p:cNvPr id="429" name="Google Shape;429;p68"/>
          <p:cNvSpPr txBox="1"/>
          <p:nvPr>
            <p:ph type="title"/>
          </p:nvPr>
        </p:nvSpPr>
        <p:spPr>
          <a:xfrm>
            <a:off x="137150" y="228600"/>
            <a:ext cx="4296600" cy="973800"/>
          </a:xfrm>
          <a:prstGeom prst="rect">
            <a:avLst/>
          </a:prstGeom>
        </p:spPr>
        <p:txBody>
          <a:bodyPr anchorCtr="0" anchor="t" bIns="91425" lIns="91425" spcFirstLastPara="1" rIns="91425" wrap="square" tIns="91425">
            <a:noAutofit/>
          </a:bodyPr>
          <a:lstStyle/>
          <a:p>
            <a:pPr indent="0" lvl="0" marL="0" rtl="0" algn="l">
              <a:lnSpc>
                <a:spcPct val="85000"/>
              </a:lnSpc>
              <a:spcBef>
                <a:spcPts val="0"/>
              </a:spcBef>
              <a:spcAft>
                <a:spcPts val="0"/>
              </a:spcAft>
              <a:buNone/>
            </a:pPr>
            <a:r>
              <a:rPr b="0" lang="en" sz="6000">
                <a:solidFill>
                  <a:srgbClr val="202124"/>
                </a:solidFill>
                <a:latin typeface="Instrument Sans SemiBold"/>
                <a:ea typeface="Instrument Sans SemiBold"/>
                <a:cs typeface="Instrument Sans SemiBold"/>
                <a:sym typeface="Instrument Sans SemiBold"/>
              </a:rPr>
              <a:t>Thank you</a:t>
            </a:r>
            <a:endParaRPr/>
          </a:p>
        </p:txBody>
      </p:sp>
      <p:sp>
        <p:nvSpPr>
          <p:cNvPr id="430" name="Google Shape;430;p68"/>
          <p:cNvSpPr txBox="1"/>
          <p:nvPr>
            <p:ph idx="2" type="title"/>
          </p:nvPr>
        </p:nvSpPr>
        <p:spPr>
          <a:xfrm>
            <a:off x="6203250" y="3449675"/>
            <a:ext cx="2043000" cy="324000"/>
          </a:xfrm>
          <a:prstGeom prst="rect">
            <a:avLst/>
          </a:prstGeom>
        </p:spPr>
        <p:txBody>
          <a:bodyPr anchorCtr="0" anchor="ctr" bIns="0" lIns="0" spcFirstLastPara="1" rIns="0" wrap="square" tIns="0">
            <a:noAutofit/>
          </a:bodyPr>
          <a:lstStyle/>
          <a:p>
            <a:pPr indent="0" lvl="0" marL="0" rtl="0" algn="l">
              <a:spcBef>
                <a:spcPts val="0"/>
              </a:spcBef>
              <a:spcAft>
                <a:spcPts val="200"/>
              </a:spcAft>
              <a:buNone/>
            </a:pPr>
            <a:r>
              <a:rPr lang="en"/>
              <a:t>         Kết quả thực nghiệm </a:t>
            </a:r>
            <a:endParaRPr/>
          </a:p>
        </p:txBody>
      </p:sp>
      <p:sp>
        <p:nvSpPr>
          <p:cNvPr id="431" name="Google Shape;431;p68"/>
          <p:cNvSpPr txBox="1"/>
          <p:nvPr>
            <p:ph idx="1" type="body"/>
          </p:nvPr>
        </p:nvSpPr>
        <p:spPr>
          <a:xfrm>
            <a:off x="0" y="2105525"/>
            <a:ext cx="5313900" cy="2391900"/>
          </a:xfrm>
          <a:prstGeom prst="rect">
            <a:avLst/>
          </a:prstGeom>
          <a:solidFill>
            <a:schemeClr val="dk2"/>
          </a:solidFill>
          <a:ln cap="flat" cmpd="sng" w="9525">
            <a:solidFill>
              <a:schemeClr val="lt1"/>
            </a:solidFill>
            <a:prstDash val="solid"/>
            <a:round/>
            <a:headEnd len="sm" w="sm" type="none"/>
            <a:tailEnd len="sm" w="sm" type="none"/>
          </a:ln>
        </p:spPr>
        <p:txBody>
          <a:bodyPr anchorCtr="0" anchor="t" bIns="182875" lIns="182875" spcFirstLastPara="1" rIns="182875" wrap="square" tIns="182875">
            <a:spAutoFit/>
          </a:bodyPr>
          <a:lstStyle/>
          <a:p>
            <a:pPr indent="0" lvl="0" marL="0" rtl="0" algn="l">
              <a:spcBef>
                <a:spcPts val="0"/>
              </a:spcBef>
              <a:spcAft>
                <a:spcPts val="0"/>
              </a:spcAft>
              <a:buNone/>
            </a:pPr>
            <a:r>
              <a:rPr lang="en" sz="1200"/>
              <a:t>Cảm ơn thầy và các bạn đã theo dõi.</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Nhóm 9:</a:t>
            </a:r>
            <a:endParaRPr sz="1200"/>
          </a:p>
          <a:p>
            <a:pPr indent="-304800" lvl="0" marL="685800" rtl="0" algn="l">
              <a:lnSpc>
                <a:spcPct val="130000"/>
              </a:lnSpc>
              <a:spcBef>
                <a:spcPts val="0"/>
              </a:spcBef>
              <a:spcAft>
                <a:spcPts val="0"/>
              </a:spcAft>
              <a:buClr>
                <a:schemeClr val="lt1"/>
              </a:buClr>
              <a:buSzPts val="1200"/>
              <a:buFont typeface="Times New Roman"/>
              <a:buAutoNum type="arabicPeriod"/>
            </a:pPr>
            <a:r>
              <a:rPr lang="en" sz="1200">
                <a:highlight>
                  <a:srgbClr val="FFFFFF"/>
                </a:highlight>
                <a:latin typeface="Times New Roman"/>
                <a:ea typeface="Times New Roman"/>
                <a:cs typeface="Times New Roman"/>
                <a:sym typeface="Times New Roman"/>
              </a:rPr>
              <a:t>Trần Linh Đa – 250104003 - 250104003@grad.uit.edu.vn</a:t>
            </a:r>
            <a:endParaRPr sz="1200">
              <a:highlight>
                <a:srgbClr val="FFFFFF"/>
              </a:highlight>
              <a:latin typeface="Times New Roman"/>
              <a:ea typeface="Times New Roman"/>
              <a:cs typeface="Times New Roman"/>
              <a:sym typeface="Times New Roman"/>
            </a:endParaRPr>
          </a:p>
          <a:p>
            <a:pPr indent="-304800" lvl="0" marL="685800" rtl="0" algn="l">
              <a:lnSpc>
                <a:spcPct val="130000"/>
              </a:lnSpc>
              <a:spcBef>
                <a:spcPts val="0"/>
              </a:spcBef>
              <a:spcAft>
                <a:spcPts val="0"/>
              </a:spcAft>
              <a:buClr>
                <a:schemeClr val="lt1"/>
              </a:buClr>
              <a:buSzPts val="1200"/>
              <a:buFont typeface="Times New Roman"/>
              <a:buAutoNum type="arabicPeriod"/>
            </a:pPr>
            <a:r>
              <a:rPr lang="en" sz="1200">
                <a:highlight>
                  <a:srgbClr val="FFFFFF"/>
                </a:highlight>
                <a:latin typeface="Times New Roman"/>
                <a:ea typeface="Times New Roman"/>
                <a:cs typeface="Times New Roman"/>
                <a:sym typeface="Times New Roman"/>
              </a:rPr>
              <a:t>Huỳnh Minh Đức – 250104006 - </a:t>
            </a:r>
            <a:r>
              <a:rPr lang="en" sz="1200" u="sng">
                <a:highlight>
                  <a:srgbClr val="FFFFFF"/>
                </a:highlight>
                <a:latin typeface="Times New Roman"/>
                <a:ea typeface="Times New Roman"/>
                <a:cs typeface="Times New Roman"/>
                <a:sym typeface="Times New Roman"/>
                <a:hlinkClick r:id="rId4"/>
              </a:rPr>
              <a:t>250104006@grad.uit.edu.vn</a:t>
            </a:r>
            <a:endParaRPr sz="1200">
              <a:highlight>
                <a:srgbClr val="FFFFFF"/>
              </a:highlight>
              <a:latin typeface="Times New Roman"/>
              <a:ea typeface="Times New Roman"/>
              <a:cs typeface="Times New Roman"/>
              <a:sym typeface="Times New Roman"/>
            </a:endParaRPr>
          </a:p>
          <a:p>
            <a:pPr indent="-304800" lvl="0" marL="685800" rtl="0" algn="l">
              <a:lnSpc>
                <a:spcPct val="130000"/>
              </a:lnSpc>
              <a:spcBef>
                <a:spcPts val="0"/>
              </a:spcBef>
              <a:spcAft>
                <a:spcPts val="0"/>
              </a:spcAft>
              <a:buClr>
                <a:schemeClr val="lt1"/>
              </a:buClr>
              <a:buSzPts val="1200"/>
              <a:buFont typeface="Times New Roman"/>
              <a:buAutoNum type="arabicPeriod"/>
            </a:pPr>
            <a:r>
              <a:rPr lang="en" sz="1200">
                <a:highlight>
                  <a:srgbClr val="FFFFFF"/>
                </a:highlight>
                <a:latin typeface="Times New Roman"/>
                <a:ea typeface="Times New Roman"/>
                <a:cs typeface="Times New Roman"/>
                <a:sym typeface="Times New Roman"/>
              </a:rPr>
              <a:t>Trần Tấn Lộc – 250104041 - </a:t>
            </a:r>
            <a:r>
              <a:rPr lang="en" sz="1200" u="sng">
                <a:highlight>
                  <a:srgbClr val="FFFFFF"/>
                </a:highlight>
                <a:latin typeface="Times New Roman"/>
                <a:ea typeface="Times New Roman"/>
                <a:cs typeface="Times New Roman"/>
                <a:sym typeface="Times New Roman"/>
                <a:hlinkClick r:id="rId5"/>
              </a:rPr>
              <a:t>250104041@grad.uit.edu.vn</a:t>
            </a:r>
            <a:endParaRPr sz="1200">
              <a:highlight>
                <a:srgbClr val="FFFFFF"/>
              </a:highlight>
              <a:latin typeface="Times New Roman"/>
              <a:ea typeface="Times New Roman"/>
              <a:cs typeface="Times New Roman"/>
              <a:sym typeface="Times New Roman"/>
            </a:endParaRPr>
          </a:p>
          <a:p>
            <a:pPr indent="-304800" lvl="0" marL="685800" rtl="0" algn="l">
              <a:lnSpc>
                <a:spcPct val="130000"/>
              </a:lnSpc>
              <a:spcBef>
                <a:spcPts val="0"/>
              </a:spcBef>
              <a:spcAft>
                <a:spcPts val="0"/>
              </a:spcAft>
              <a:buClr>
                <a:schemeClr val="lt1"/>
              </a:buClr>
              <a:buSzPts val="1200"/>
              <a:buFont typeface="Times New Roman"/>
              <a:buAutoNum type="arabicPeriod"/>
            </a:pPr>
            <a:r>
              <a:rPr lang="en" sz="1200">
                <a:highlight>
                  <a:srgbClr val="FFFFFF"/>
                </a:highlight>
                <a:latin typeface="Times New Roman"/>
                <a:ea typeface="Times New Roman"/>
                <a:cs typeface="Times New Roman"/>
                <a:sym typeface="Times New Roman"/>
              </a:rPr>
              <a:t>Lê Hùng Sơn – 250104024 - </a:t>
            </a:r>
            <a:r>
              <a:rPr lang="en" sz="1200" u="sng">
                <a:highlight>
                  <a:srgbClr val="FFFFFF"/>
                </a:highlight>
                <a:latin typeface="Times New Roman"/>
                <a:ea typeface="Times New Roman"/>
                <a:cs typeface="Times New Roman"/>
                <a:sym typeface="Times New Roman"/>
                <a:hlinkClick r:id="rId6"/>
              </a:rPr>
              <a:t>250104024@grad.uit.edu.vn</a:t>
            </a:r>
            <a:endParaRPr sz="1200">
              <a:highlight>
                <a:srgbClr val="FFFFFF"/>
              </a:highlight>
              <a:latin typeface="Times New Roman"/>
              <a:ea typeface="Times New Roman"/>
              <a:cs typeface="Times New Roman"/>
              <a:sym typeface="Times New Roman"/>
            </a:endParaRPr>
          </a:p>
          <a:p>
            <a:pPr indent="-304800" lvl="0" marL="685800" rtl="0" algn="l">
              <a:lnSpc>
                <a:spcPct val="130000"/>
              </a:lnSpc>
              <a:spcBef>
                <a:spcPts val="0"/>
              </a:spcBef>
              <a:spcAft>
                <a:spcPts val="0"/>
              </a:spcAft>
              <a:buClr>
                <a:schemeClr val="lt1"/>
              </a:buClr>
              <a:buSzPts val="1200"/>
              <a:buFont typeface="Times New Roman"/>
              <a:buAutoNum type="arabicPeriod"/>
            </a:pPr>
            <a:r>
              <a:rPr lang="en" sz="1200">
                <a:highlight>
                  <a:srgbClr val="FFFFFF"/>
                </a:highlight>
                <a:latin typeface="Times New Roman"/>
                <a:ea typeface="Times New Roman"/>
                <a:cs typeface="Times New Roman"/>
                <a:sym typeface="Times New Roman"/>
              </a:rPr>
              <a:t>Dương Thị Mỹ Phương – 250104050 - </a:t>
            </a:r>
            <a:r>
              <a:rPr lang="en" sz="1200" u="sng">
                <a:highlight>
                  <a:srgbClr val="FFFFFF"/>
                </a:highlight>
                <a:latin typeface="Times New Roman"/>
                <a:ea typeface="Times New Roman"/>
                <a:cs typeface="Times New Roman"/>
                <a:sym typeface="Times New Roman"/>
                <a:hlinkClick r:id="rId7"/>
              </a:rPr>
              <a:t>250104050@grad.uit.edu.vn</a:t>
            </a:r>
            <a:endParaRPr sz="1200">
              <a:highlight>
                <a:srgbClr val="FFFFFF"/>
              </a:highlight>
              <a:latin typeface="Times New Roman"/>
              <a:ea typeface="Times New Roman"/>
              <a:cs typeface="Times New Roman"/>
              <a:sym typeface="Times New Roman"/>
            </a:endParaRPr>
          </a:p>
          <a:p>
            <a:pPr indent="-304800" lvl="0" marL="685800" rtl="0" algn="l">
              <a:lnSpc>
                <a:spcPct val="130000"/>
              </a:lnSpc>
              <a:spcBef>
                <a:spcPts val="0"/>
              </a:spcBef>
              <a:spcAft>
                <a:spcPts val="0"/>
              </a:spcAft>
              <a:buClr>
                <a:schemeClr val="lt1"/>
              </a:buClr>
              <a:buSzPts val="1200"/>
              <a:buFont typeface="Times New Roman"/>
              <a:buAutoNum type="arabicPeriod"/>
            </a:pPr>
            <a:r>
              <a:rPr lang="en" sz="1200">
                <a:highlight>
                  <a:srgbClr val="FFFFFF"/>
                </a:highlight>
                <a:latin typeface="Times New Roman"/>
                <a:ea typeface="Times New Roman"/>
                <a:cs typeface="Times New Roman"/>
                <a:sym typeface="Times New Roman"/>
              </a:rPr>
              <a:t>Thiều Anh Vân – 250104026 - </a:t>
            </a:r>
            <a:r>
              <a:rPr lang="en" sz="1200" u="sng">
                <a:highlight>
                  <a:srgbClr val="FFFFFF"/>
                </a:highlight>
                <a:latin typeface="Times New Roman"/>
                <a:ea typeface="Times New Roman"/>
                <a:cs typeface="Times New Roman"/>
                <a:sym typeface="Times New Roman"/>
                <a:hlinkClick r:id="rId8"/>
              </a:rPr>
              <a:t>vantv.20@grad.uit.edu.vn</a:t>
            </a:r>
            <a:r>
              <a:rPr lang="en" sz="1200">
                <a:highlight>
                  <a:srgbClr val="FFFFFF"/>
                </a:highlight>
                <a:latin typeface="Times New Roman"/>
                <a:ea typeface="Times New Roman"/>
                <a:cs typeface="Times New Roman"/>
                <a:sym typeface="Times New Roman"/>
              </a:rPr>
              <a:t> </a:t>
            </a:r>
            <a:endParaRPr sz="1200"/>
          </a:p>
        </p:txBody>
      </p:sp>
      <p:sp>
        <p:nvSpPr>
          <p:cNvPr id="432" name="Google Shape;432;p68"/>
          <p:cNvSpPr txBox="1"/>
          <p:nvPr>
            <p:ph idx="4294967295" type="subTitle"/>
          </p:nvPr>
        </p:nvSpPr>
        <p:spPr>
          <a:xfrm>
            <a:off x="228588" y="1570650"/>
            <a:ext cx="2908800" cy="461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highlight>
                  <a:schemeClr val="dk2"/>
                </a:highlight>
              </a:rPr>
              <a:t>Questions?</a:t>
            </a:r>
            <a:r>
              <a:rPr lang="en"/>
              <a:t>  Contact</a:t>
            </a:r>
            <a:endParaRPr/>
          </a:p>
        </p:txBody>
      </p:sp>
      <p:sp>
        <p:nvSpPr>
          <p:cNvPr id="433" name="Google Shape;433;p68"/>
          <p:cNvSpPr/>
          <p:nvPr/>
        </p:nvSpPr>
        <p:spPr>
          <a:xfrm>
            <a:off x="6121050" y="3893425"/>
            <a:ext cx="1973700" cy="366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200"/>
              </a:spcAft>
              <a:buNone/>
            </a:pPr>
            <a:r>
              <a:t/>
            </a:r>
            <a:endParaRPr sz="1200">
              <a:solidFill>
                <a:schemeClr val="lt1"/>
              </a:solidFill>
              <a:latin typeface="Afacad Flux Medium"/>
              <a:ea typeface="Afacad Flux Medium"/>
              <a:cs typeface="Afacad Flux Medium"/>
              <a:sym typeface="Afacad Flux Medium"/>
            </a:endParaRPr>
          </a:p>
        </p:txBody>
      </p:sp>
      <p:sp>
        <p:nvSpPr>
          <p:cNvPr id="434" name="Google Shape;434;p68"/>
          <p:cNvSpPr txBox="1"/>
          <p:nvPr>
            <p:ph idx="2" type="title"/>
          </p:nvPr>
        </p:nvSpPr>
        <p:spPr>
          <a:xfrm>
            <a:off x="6203250" y="3893425"/>
            <a:ext cx="1821000" cy="324000"/>
          </a:xfrm>
          <a:prstGeom prst="rect">
            <a:avLst/>
          </a:prstGeom>
        </p:spPr>
        <p:txBody>
          <a:bodyPr anchorCtr="0" anchor="ctr" bIns="0" lIns="0" spcFirstLastPara="1" rIns="0" wrap="square" tIns="0">
            <a:noAutofit/>
          </a:bodyPr>
          <a:lstStyle/>
          <a:p>
            <a:pPr indent="0" lvl="0" marL="0" rtl="0" algn="l">
              <a:spcBef>
                <a:spcPts val="0"/>
              </a:spcBef>
              <a:spcAft>
                <a:spcPts val="200"/>
              </a:spcAft>
              <a:buNone/>
            </a:pPr>
            <a:r>
              <a:rPr lang="en"/>
              <a:t>GVHD: TS Trần Hưng Nghiệp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layroom">
  <a:themeElements>
    <a:clrScheme name="Simple Light">
      <a:dk1>
        <a:srgbClr val="EEEEEE"/>
      </a:dk1>
      <a:lt1>
        <a:srgbClr val="000000"/>
      </a:lt1>
      <a:dk2>
        <a:srgbClr val="FFFFFA"/>
      </a:dk2>
      <a:lt2>
        <a:srgbClr val="BC84EE"/>
      </a:lt2>
      <a:accent1>
        <a:srgbClr val="C9F65B"/>
      </a:accent1>
      <a:accent2>
        <a:srgbClr val="FF823A"/>
      </a:accent2>
      <a:accent3>
        <a:srgbClr val="E8D1FF"/>
      </a:accent3>
      <a:accent4>
        <a:srgbClr val="5A6E28"/>
      </a:accent4>
      <a:accent5>
        <a:srgbClr val="DCFD8B"/>
      </a:accent5>
      <a:accent6>
        <a:srgbClr val="FDD5BD"/>
      </a:accent6>
      <a:hlink>
        <a:srgbClr val="68359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